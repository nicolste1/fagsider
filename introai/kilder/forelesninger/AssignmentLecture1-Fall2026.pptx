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9" r:id="rId4"/>
    <p:sldMasterId id="2147483698" r:id="rId5"/>
    <p:sldMasterId id="2147483707" r:id="rId6"/>
    <p:sldMasterId id="2147483729" r:id="rId7"/>
    <p:sldMasterId id="2147483738" r:id="rId8"/>
  </p:sldMasterIdLst>
  <p:notesMasterIdLst>
    <p:notesMasterId r:id="rId30"/>
  </p:notesMasterIdLst>
  <p:handoutMasterIdLst>
    <p:handoutMasterId r:id="rId31"/>
  </p:handoutMasterIdLst>
  <p:sldIdLst>
    <p:sldId id="313" r:id="rId9"/>
    <p:sldId id="302" r:id="rId10"/>
    <p:sldId id="315" r:id="rId11"/>
    <p:sldId id="316" r:id="rId12"/>
    <p:sldId id="317" r:id="rId13"/>
    <p:sldId id="318" r:id="rId14"/>
    <p:sldId id="319" r:id="rId15"/>
    <p:sldId id="320" r:id="rId16"/>
    <p:sldId id="322" r:id="rId17"/>
    <p:sldId id="321" r:id="rId18"/>
    <p:sldId id="323" r:id="rId19"/>
    <p:sldId id="324" r:id="rId20"/>
    <p:sldId id="325" r:id="rId21"/>
    <p:sldId id="326" r:id="rId22"/>
    <p:sldId id="327" r:id="rId23"/>
    <p:sldId id="329" r:id="rId24"/>
    <p:sldId id="328" r:id="rId25"/>
    <p:sldId id="330" r:id="rId26"/>
    <p:sldId id="331" r:id="rId27"/>
    <p:sldId id="332" r:id="rId28"/>
    <p:sldId id="314" r:id="rId29"/>
  </p:sldIdLst>
  <p:sldSz cx="12192000" cy="6858000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F9F6"/>
    <a:srgbClr val="01448C"/>
    <a:srgbClr val="0D4788"/>
    <a:srgbClr val="BCD024"/>
    <a:srgbClr val="43B7B0"/>
    <a:srgbClr val="EBEBEB"/>
    <a:srgbClr val="E6E6E6"/>
    <a:srgbClr val="4D4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46" autoAdjust="0"/>
  </p:normalViewPr>
  <p:slideViewPr>
    <p:cSldViewPr snapToGrid="0">
      <p:cViewPr varScale="1">
        <p:scale>
          <a:sx n="104" d="100"/>
          <a:sy n="104" d="100"/>
        </p:scale>
        <p:origin x="168" y="102"/>
      </p:cViewPr>
      <p:guideLst/>
    </p:cSldViewPr>
  </p:slideViewPr>
  <p:outlineViewPr>
    <p:cViewPr>
      <p:scale>
        <a:sx n="33" d="100"/>
        <a:sy n="33" d="100"/>
      </p:scale>
      <p:origin x="0" y="-2352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112" y="15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8E4A57-0FE4-2D4C-A2A3-03B89BE22D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F375E-59A7-004D-9E35-DAEA249B13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2EF38-7CD7-2348-A742-408507303B09}" type="datetimeFigureOut">
              <a:rPr lang="en-NO" smtClean="0"/>
              <a:t>08/27/2026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C3FBC-6EEC-3B42-B638-71AE5045EE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C080F-DA8E-524A-A944-C2CD96DB2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A6532-9842-AB40-B4DB-5C382FE0FAE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336673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AF07A-55DD-B847-8376-306FC873B9BF}" type="datetimeFigureOut">
              <a:rPr lang="en-NO" smtClean="0"/>
              <a:t>08/27/2026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BB302-9660-F344-8E4C-44B4ECEB709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8302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127339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109097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0CB59-B3CB-3D11-3E80-2D0DBE92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A65B3BBC-00A1-8D47-E3B3-51CC30104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7DEDCB2A-244A-1D2D-6352-5D2DF854C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668CAB4B-BB15-2FD2-4786-71DCF45C7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68355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64D4-3E2B-B796-A9E1-D35EA6A4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020F8A0E-6BA7-59AB-BD4E-4560FAB44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9CFC7418-29D3-2ED6-969E-0C583AE6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751290D-3F45-71EE-3C12-15EF6EDAE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1386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C43F-A937-8E30-E519-40F31AE74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C196964-0968-7665-AE16-55C23D537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C71D61CD-8574-5BF3-9424-A2709C4BD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F0EA7DE-1CC1-190B-64CE-99F74ACFB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5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69174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360C-31AE-4887-EC69-9C57930E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31495ED4-7550-91CA-F369-FC581783A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76DC191F-3EF6-E578-AF6D-85017DE34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AE0C949-F0B4-A30F-F33B-E39CBF2DB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6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41994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9167-10D3-8AE8-50DF-E7CAC9F6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D8B3642-5EC4-A114-5DCB-583853546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4548D5EA-C04D-2C29-75A8-7D655413D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E32152C-273D-AB8A-C596-DABA77301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42786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505A-FD00-ABB3-65D3-318E50BA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DEE002A9-6585-24AA-F987-A23B9E508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F85E74B1-8F15-EB2E-8DE5-8F4ECF3BA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4672D41-C5DE-DEAC-19DD-10273D151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8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5210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0E397-2A23-4A87-3EE0-BF60CB8B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CE4332DD-1EA7-6B97-FF81-D1E40B97E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2FB1F237-EA20-28D8-06FF-ED2FE9D67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62E35C8-3B0A-5088-E373-C7BDC532F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89148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658C-7403-B364-3013-4B1A140E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9B2E6763-FC85-26A6-FA05-C8E2C177E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897E9643-79A0-6E2A-D4F4-6F10FD8C1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85BB2EE-4730-7205-E80A-C7765B6E6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10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83306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57EC-48C4-A47C-8EEB-640AA06C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72D29D26-50F2-885C-F459-74F4963AF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9EB22EEF-38D3-5461-7CA9-0295E2588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EBCC36E6-CF5F-0A8C-9032-C36FD4F96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97014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B92F-EAD3-51CD-E183-494E8AA4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D5B5BD39-B3C1-CE23-C8D7-6281D5358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BC590DF9-61B1-2431-274F-BE387E038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47CAEAF-2B47-5E2E-CE77-1921952E5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10924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A41A-E6AA-EED5-8B31-E48FA04B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208D95C1-C123-3EA0-6822-C3E88FA01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8D45E784-08AF-1AC7-BE13-CEF66E0E0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EBEFF5DC-2639-510B-5A9F-114069145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14618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3A07-2A08-4A54-CAE0-90AEDF1E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B70FCF95-7FCB-5891-DE4D-5D78666E1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D4442AAC-98FC-B194-83A6-D4B13AC36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25CA14A-EEDB-ABF8-2D93-26874DFB5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69615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54444-CBD1-0399-B0E7-D16E38BB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AD666949-4C88-E7CA-9FA0-A640B5521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D49DB560-4877-D02E-20D2-625930F8E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E9C5216-13C4-AC92-3255-29A21C3F6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15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28264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4F19-4518-7C69-1C5F-634C20570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48F760A2-6686-EE21-BD31-54A75CCA5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7EFEC800-3B5C-90F7-B142-2C03514A5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1EA3C3E-59CD-0294-0AFE-B96B82868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16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12087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8ED0-E157-223F-98C8-568A99F9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A5C915F0-2BDD-6BE1-4495-326AAE663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79005BF0-6586-DB01-A468-7A0F3214B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5BF5296-98A5-EEB1-4E0D-A9D78D620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31029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E66D-7065-F4B2-4EF3-C9C7FE70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71D2FC13-108D-3178-CE85-E4010FB95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5FD4FC09-DE40-4C50-C333-089881BA5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99FB1BC-1375-05D9-08B9-4A3759FD0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18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195968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0BD12-402C-554D-169A-D2596D3A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1FF5376B-764A-D2BA-F835-3668D44D4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983C0BE4-9AC6-74C0-DA30-D6817B721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D6AC8EE-F46C-DFAC-D743-E7F00D26C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19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47227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9CC5-810C-C35A-F73C-50282655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B5D13CE0-1299-C097-678E-D38CC9A0C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3326BB2C-D754-30D6-9440-CA10FECB3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F833985-AA3F-EC84-BF2C-9E7C2A85A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BB302-9660-F344-8E4C-44B4ECEB709A}" type="slidenum">
              <a:rPr lang="en-NO" smtClean="0"/>
              <a:t>20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14687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88" y="-11575"/>
            <a:ext cx="11182703" cy="6901254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5363" y="3741824"/>
            <a:ext cx="4339542" cy="19611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Opening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slide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Theme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title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here</a:t>
            </a: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Affiliation</a:t>
            </a:r>
            <a:r>
              <a:rPr kumimoji="0" lang="nb-NO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?</a:t>
            </a:r>
            <a:endParaRPr lang="nb-N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753026" y="3427171"/>
            <a:ext cx="434297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0C75F9CF-9BFC-D849-9DC7-B8C7E2989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889CAC-BCCA-2740-B035-B66AEC2C0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10452-FD0F-2446-ACB3-A546FA77C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Bilde 14" descr="The logo of NTNU with the subtitle the norwegian university of science and technology">
            <a:extLst>
              <a:ext uri="{FF2B5EF4-FFF2-40B4-BE49-F238E27FC236}">
                <a16:creationId xmlns:a16="http://schemas.microsoft.com/office/drawing/2014/main" id="{9EF70B27-F1AD-22C2-9963-4A4CC1C47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609" y="1059614"/>
            <a:ext cx="5397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53883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BEEE41C-B295-67DB-6F25-6C3EB2BA2F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8CC53E6-4FA2-1E0E-7F9B-EE33617C7D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95" y="1452095"/>
            <a:ext cx="11016867" cy="49950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>
                    <a:lumMod val="10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10000"/>
                  </a:schemeClr>
                </a:solidFill>
              </a:defRPr>
            </a:lvl2pPr>
            <a:lvl3pPr>
              <a:defRPr sz="21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9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7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edit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styles in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template</a:t>
            </a:r>
            <a:endParaRPr lang="nb-NO" dirty="0"/>
          </a:p>
          <a:p>
            <a:pPr lvl="1"/>
            <a:r>
              <a:rPr lang="nb-NO" dirty="0"/>
              <a:t>Second </a:t>
            </a:r>
            <a:r>
              <a:rPr lang="nb-NO" dirty="0" err="1"/>
              <a:t>level</a:t>
            </a:r>
            <a:endParaRPr lang="nb-NO" dirty="0"/>
          </a:p>
          <a:p>
            <a:pPr lvl="2"/>
            <a:r>
              <a:rPr lang="nb-NO" dirty="0"/>
              <a:t>Third </a:t>
            </a:r>
            <a:r>
              <a:rPr lang="nb-NO" dirty="0" err="1"/>
              <a:t>level</a:t>
            </a:r>
            <a:endParaRPr lang="nb-NO" dirty="0"/>
          </a:p>
          <a:p>
            <a:pPr lvl="3"/>
            <a:r>
              <a:rPr lang="nb-NO" dirty="0" err="1"/>
              <a:t>fourth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  <a:p>
            <a:pPr lvl="4"/>
            <a:r>
              <a:rPr lang="nb-NO" dirty="0" err="1"/>
              <a:t>fifth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1065184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FC2BC-32E9-144F-A493-1C7DD9278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4" y="93422"/>
            <a:ext cx="5564590" cy="6782286"/>
          </a:xfrm>
          <a:custGeom>
            <a:avLst/>
            <a:gdLst>
              <a:gd name="connsiteX0" fmla="*/ 0 w 5554663"/>
              <a:gd name="connsiteY0" fmla="*/ 0 h 4162425"/>
              <a:gd name="connsiteX1" fmla="*/ 5554663 w 5554663"/>
              <a:gd name="connsiteY1" fmla="*/ 0 h 4162425"/>
              <a:gd name="connsiteX2" fmla="*/ 5554663 w 5554663"/>
              <a:gd name="connsiteY2" fmla="*/ 4162425 h 4162425"/>
              <a:gd name="connsiteX3" fmla="*/ 0 w 5554663"/>
              <a:gd name="connsiteY3" fmla="*/ 4162425 h 4162425"/>
              <a:gd name="connsiteX4" fmla="*/ 0 w 5554663"/>
              <a:gd name="connsiteY4" fmla="*/ 0 h 4162425"/>
              <a:gd name="connsiteX0" fmla="*/ 0 w 5554663"/>
              <a:gd name="connsiteY0" fmla="*/ 0 h 6135909"/>
              <a:gd name="connsiteX1" fmla="*/ 5554663 w 5554663"/>
              <a:gd name="connsiteY1" fmla="*/ 0 h 6135909"/>
              <a:gd name="connsiteX2" fmla="*/ 5554663 w 5554663"/>
              <a:gd name="connsiteY2" fmla="*/ 4162425 h 6135909"/>
              <a:gd name="connsiteX3" fmla="*/ 0 w 5554663"/>
              <a:gd name="connsiteY3" fmla="*/ 6135909 h 6135909"/>
              <a:gd name="connsiteX4" fmla="*/ 0 w 5554663"/>
              <a:gd name="connsiteY4" fmla="*/ 0 h 6135909"/>
              <a:gd name="connsiteX0" fmla="*/ 0 w 5560450"/>
              <a:gd name="connsiteY0" fmla="*/ 231493 h 6367402"/>
              <a:gd name="connsiteX1" fmla="*/ 5560450 w 5560450"/>
              <a:gd name="connsiteY1" fmla="*/ 0 h 6367402"/>
              <a:gd name="connsiteX2" fmla="*/ 5554663 w 5560450"/>
              <a:gd name="connsiteY2" fmla="*/ 4393918 h 6367402"/>
              <a:gd name="connsiteX3" fmla="*/ 0 w 5560450"/>
              <a:gd name="connsiteY3" fmla="*/ 6367402 h 6367402"/>
              <a:gd name="connsiteX4" fmla="*/ 0 w 5560450"/>
              <a:gd name="connsiteY4" fmla="*/ 231493 h 6367402"/>
              <a:gd name="connsiteX0" fmla="*/ 0 w 5560450"/>
              <a:gd name="connsiteY0" fmla="*/ 244108 h 6380017"/>
              <a:gd name="connsiteX1" fmla="*/ 5560450 w 5560450"/>
              <a:gd name="connsiteY1" fmla="*/ 12615 h 6380017"/>
              <a:gd name="connsiteX2" fmla="*/ 5554663 w 5560450"/>
              <a:gd name="connsiteY2" fmla="*/ 4406533 h 6380017"/>
              <a:gd name="connsiteX3" fmla="*/ 0 w 5560450"/>
              <a:gd name="connsiteY3" fmla="*/ 6380017 h 6380017"/>
              <a:gd name="connsiteX4" fmla="*/ 0 w 5560450"/>
              <a:gd name="connsiteY4" fmla="*/ 244108 h 6380017"/>
              <a:gd name="connsiteX0" fmla="*/ 0 w 5560450"/>
              <a:gd name="connsiteY0" fmla="*/ 252469 h 6388378"/>
              <a:gd name="connsiteX1" fmla="*/ 5560450 w 5560450"/>
              <a:gd name="connsiteY1" fmla="*/ 20976 h 6388378"/>
              <a:gd name="connsiteX2" fmla="*/ 5554663 w 5560450"/>
              <a:gd name="connsiteY2" fmla="*/ 4414894 h 6388378"/>
              <a:gd name="connsiteX3" fmla="*/ 0 w 5560450"/>
              <a:gd name="connsiteY3" fmla="*/ 6388378 h 6388378"/>
              <a:gd name="connsiteX4" fmla="*/ 0 w 5560450"/>
              <a:gd name="connsiteY4" fmla="*/ 252469 h 6388378"/>
              <a:gd name="connsiteX0" fmla="*/ 0 w 5563625"/>
              <a:gd name="connsiteY0" fmla="*/ 189244 h 6401353"/>
              <a:gd name="connsiteX1" fmla="*/ 5563625 w 5563625"/>
              <a:gd name="connsiteY1" fmla="*/ 33951 h 6401353"/>
              <a:gd name="connsiteX2" fmla="*/ 5557838 w 5563625"/>
              <a:gd name="connsiteY2" fmla="*/ 4427869 h 6401353"/>
              <a:gd name="connsiteX3" fmla="*/ 3175 w 5563625"/>
              <a:gd name="connsiteY3" fmla="*/ 6401353 h 6401353"/>
              <a:gd name="connsiteX4" fmla="*/ 0 w 5563625"/>
              <a:gd name="connsiteY4" fmla="*/ 189244 h 6401353"/>
              <a:gd name="connsiteX0" fmla="*/ 0 w 5563625"/>
              <a:gd name="connsiteY0" fmla="*/ 249661 h 6461770"/>
              <a:gd name="connsiteX1" fmla="*/ 5563625 w 5563625"/>
              <a:gd name="connsiteY1" fmla="*/ 21343 h 6461770"/>
              <a:gd name="connsiteX2" fmla="*/ 5557838 w 5563625"/>
              <a:gd name="connsiteY2" fmla="*/ 4488286 h 6461770"/>
              <a:gd name="connsiteX3" fmla="*/ 3175 w 5563625"/>
              <a:gd name="connsiteY3" fmla="*/ 6461770 h 6461770"/>
              <a:gd name="connsiteX4" fmla="*/ 0 w 5563625"/>
              <a:gd name="connsiteY4" fmla="*/ 249661 h 6461770"/>
              <a:gd name="connsiteX0" fmla="*/ 0 w 5563625"/>
              <a:gd name="connsiteY0" fmla="*/ 228318 h 6440427"/>
              <a:gd name="connsiteX1" fmla="*/ 5563625 w 5563625"/>
              <a:gd name="connsiteY1" fmla="*/ 0 h 6440427"/>
              <a:gd name="connsiteX2" fmla="*/ 5557838 w 5563625"/>
              <a:gd name="connsiteY2" fmla="*/ 4466943 h 6440427"/>
              <a:gd name="connsiteX3" fmla="*/ 3175 w 5563625"/>
              <a:gd name="connsiteY3" fmla="*/ 6440427 h 6440427"/>
              <a:gd name="connsiteX4" fmla="*/ 0 w 5563625"/>
              <a:gd name="connsiteY4" fmla="*/ 228318 h 6440427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1804 h 6443913"/>
              <a:gd name="connsiteX1" fmla="*/ 5563625 w 5563625"/>
              <a:gd name="connsiteY1" fmla="*/ 3486 h 6443913"/>
              <a:gd name="connsiteX2" fmla="*/ 5557838 w 5563625"/>
              <a:gd name="connsiteY2" fmla="*/ 4470429 h 6443913"/>
              <a:gd name="connsiteX3" fmla="*/ 3175 w 5563625"/>
              <a:gd name="connsiteY3" fmla="*/ 6443913 h 6443913"/>
              <a:gd name="connsiteX4" fmla="*/ 0 w 5563625"/>
              <a:gd name="connsiteY4" fmla="*/ 231804 h 6443913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5436 h 6511045"/>
              <a:gd name="connsiteX1" fmla="*/ 5563625 w 5563625"/>
              <a:gd name="connsiteY1" fmla="*/ 7118 h 6511045"/>
              <a:gd name="connsiteX2" fmla="*/ 5557838 w 5563625"/>
              <a:gd name="connsiteY2" fmla="*/ 4474061 h 6511045"/>
              <a:gd name="connsiteX3" fmla="*/ 3175 w 5563625"/>
              <a:gd name="connsiteY3" fmla="*/ 6511045 h 6511045"/>
              <a:gd name="connsiteX4" fmla="*/ 0 w 5563625"/>
              <a:gd name="connsiteY4" fmla="*/ 235436 h 6511045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765045"/>
              <a:gd name="connsiteX1" fmla="*/ 5563625 w 5563625"/>
              <a:gd name="connsiteY1" fmla="*/ 7118 h 6765045"/>
              <a:gd name="connsiteX2" fmla="*/ 5561013 w 5563625"/>
              <a:gd name="connsiteY2" fmla="*/ 6629886 h 6765045"/>
              <a:gd name="connsiteX3" fmla="*/ 3175 w 5563625"/>
              <a:gd name="connsiteY3" fmla="*/ 6765045 h 6765045"/>
              <a:gd name="connsiteX4" fmla="*/ 0 w 5563625"/>
              <a:gd name="connsiteY4" fmla="*/ 235436 h 6765045"/>
              <a:gd name="connsiteX0" fmla="*/ 0 w 5592763"/>
              <a:gd name="connsiteY0" fmla="*/ 235436 h 6769586"/>
              <a:gd name="connsiteX1" fmla="*/ 5563625 w 5592763"/>
              <a:gd name="connsiteY1" fmla="*/ 7118 h 6769586"/>
              <a:gd name="connsiteX2" fmla="*/ 5592763 w 5592763"/>
              <a:gd name="connsiteY2" fmla="*/ 6769586 h 6769586"/>
              <a:gd name="connsiteX3" fmla="*/ 3175 w 5592763"/>
              <a:gd name="connsiteY3" fmla="*/ 6765045 h 6769586"/>
              <a:gd name="connsiteX4" fmla="*/ 0 w 5592763"/>
              <a:gd name="connsiteY4" fmla="*/ 235436 h 6769586"/>
              <a:gd name="connsiteX0" fmla="*/ 0 w 5592996"/>
              <a:gd name="connsiteY0" fmla="*/ 235436 h 6769586"/>
              <a:gd name="connsiteX1" fmla="*/ 5563625 w 5592996"/>
              <a:gd name="connsiteY1" fmla="*/ 7118 h 6769586"/>
              <a:gd name="connsiteX2" fmla="*/ 5592763 w 5592996"/>
              <a:gd name="connsiteY2" fmla="*/ 6769586 h 6769586"/>
              <a:gd name="connsiteX3" fmla="*/ 3175 w 5592996"/>
              <a:gd name="connsiteY3" fmla="*/ 6765045 h 6769586"/>
              <a:gd name="connsiteX4" fmla="*/ 0 w 5592996"/>
              <a:gd name="connsiteY4" fmla="*/ 235436 h 6769586"/>
              <a:gd name="connsiteX0" fmla="*/ 0 w 5596404"/>
              <a:gd name="connsiteY0" fmla="*/ 235436 h 6769586"/>
              <a:gd name="connsiteX1" fmla="*/ 5563625 w 5596404"/>
              <a:gd name="connsiteY1" fmla="*/ 7118 h 6769586"/>
              <a:gd name="connsiteX2" fmla="*/ 5592763 w 5596404"/>
              <a:gd name="connsiteY2" fmla="*/ 6769586 h 6769586"/>
              <a:gd name="connsiteX3" fmla="*/ 3175 w 5596404"/>
              <a:gd name="connsiteY3" fmla="*/ 6765045 h 6769586"/>
              <a:gd name="connsiteX4" fmla="*/ 0 w 5596404"/>
              <a:gd name="connsiteY4" fmla="*/ 235436 h 6769586"/>
              <a:gd name="connsiteX0" fmla="*/ 0 w 5568711"/>
              <a:gd name="connsiteY0" fmla="*/ 235436 h 6775936"/>
              <a:gd name="connsiteX1" fmla="*/ 5563625 w 5568711"/>
              <a:gd name="connsiteY1" fmla="*/ 7118 h 6775936"/>
              <a:gd name="connsiteX2" fmla="*/ 5561013 w 5568711"/>
              <a:gd name="connsiteY2" fmla="*/ 6775936 h 6775936"/>
              <a:gd name="connsiteX3" fmla="*/ 3175 w 5568711"/>
              <a:gd name="connsiteY3" fmla="*/ 6765045 h 6775936"/>
              <a:gd name="connsiteX4" fmla="*/ 0 w 5568711"/>
              <a:gd name="connsiteY4" fmla="*/ 235436 h 6775936"/>
              <a:gd name="connsiteX0" fmla="*/ 0 w 5584676"/>
              <a:gd name="connsiteY0" fmla="*/ 235436 h 6782286"/>
              <a:gd name="connsiteX1" fmla="*/ 5563625 w 5584676"/>
              <a:gd name="connsiteY1" fmla="*/ 7118 h 6782286"/>
              <a:gd name="connsiteX2" fmla="*/ 5580063 w 5584676"/>
              <a:gd name="connsiteY2" fmla="*/ 6782286 h 6782286"/>
              <a:gd name="connsiteX3" fmla="*/ 3175 w 5584676"/>
              <a:gd name="connsiteY3" fmla="*/ 6765045 h 6782286"/>
              <a:gd name="connsiteX4" fmla="*/ 0 w 5584676"/>
              <a:gd name="connsiteY4" fmla="*/ 235436 h 6782286"/>
              <a:gd name="connsiteX0" fmla="*/ 0 w 5564590"/>
              <a:gd name="connsiteY0" fmla="*/ 235436 h 6782286"/>
              <a:gd name="connsiteX1" fmla="*/ 5563625 w 5564590"/>
              <a:gd name="connsiteY1" fmla="*/ 7118 h 6782286"/>
              <a:gd name="connsiteX2" fmla="*/ 5554663 w 5564590"/>
              <a:gd name="connsiteY2" fmla="*/ 6782286 h 6782286"/>
              <a:gd name="connsiteX3" fmla="*/ 3175 w 5564590"/>
              <a:gd name="connsiteY3" fmla="*/ 6765045 h 6782286"/>
              <a:gd name="connsiteX4" fmla="*/ 0 w 5564590"/>
              <a:gd name="connsiteY4" fmla="*/ 235436 h 6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4590" h="6782286">
                <a:moveTo>
                  <a:pt x="0" y="235436"/>
                </a:moveTo>
                <a:cubicBezTo>
                  <a:pt x="1801879" y="36738"/>
                  <a:pt x="3376164" y="-22302"/>
                  <a:pt x="5563625" y="7118"/>
                </a:cubicBezTo>
                <a:cubicBezTo>
                  <a:pt x="5560984" y="278894"/>
                  <a:pt x="5571773" y="6782727"/>
                  <a:pt x="5554663" y="6782286"/>
                </a:cubicBezTo>
                <a:lnTo>
                  <a:pt x="3175" y="6765045"/>
                </a:lnTo>
                <a:cubicBezTo>
                  <a:pt x="2117" y="4694342"/>
                  <a:pt x="1058" y="2306139"/>
                  <a:pt x="0" y="235436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/>
          <a:lstStyle>
            <a:lvl1pPr marL="0" indent="0">
              <a:buNone/>
              <a:defRPr/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r>
              <a:rPr lang="nb-NO" dirty="0"/>
              <a:t>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  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923" y="2148369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58923" y="3038552"/>
            <a:ext cx="5563625" cy="3038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  <a:p>
            <a:pPr lvl="0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6151742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venstr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470" y="1994946"/>
            <a:ext cx="5416241" cy="876378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8470" y="2885129"/>
            <a:ext cx="5416241" cy="322357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5AAB8CF9-FD6E-E9A6-F7C6-A6A8E0EA83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5725" y="124588"/>
            <a:ext cx="5555800" cy="6760098"/>
          </a:xfrm>
          <a:custGeom>
            <a:avLst/>
            <a:gdLst>
              <a:gd name="connsiteX0" fmla="*/ 91440 w 5646674"/>
              <a:gd name="connsiteY0" fmla="*/ 0 h 6631092"/>
              <a:gd name="connsiteX1" fmla="*/ 4230624 w 5646674"/>
              <a:gd name="connsiteY1" fmla="*/ 81848 h 6631092"/>
              <a:gd name="connsiteX2" fmla="*/ 4230624 w 5646674"/>
              <a:gd name="connsiteY2" fmla="*/ 932104 h 6631092"/>
              <a:gd name="connsiteX3" fmla="*/ 4297548 w 5646674"/>
              <a:gd name="connsiteY3" fmla="*/ 999028 h 6631092"/>
              <a:gd name="connsiteX4" fmla="*/ 5079592 w 5646674"/>
              <a:gd name="connsiteY4" fmla="*/ 999028 h 6631092"/>
              <a:gd name="connsiteX5" fmla="*/ 5146516 w 5646674"/>
              <a:gd name="connsiteY5" fmla="*/ 932104 h 6631092"/>
              <a:gd name="connsiteX6" fmla="*/ 5146516 w 5646674"/>
              <a:gd name="connsiteY6" fmla="*/ 99959 h 6631092"/>
              <a:gd name="connsiteX7" fmla="*/ 5640578 w 5646674"/>
              <a:gd name="connsiteY7" fmla="*/ 109728 h 6631092"/>
              <a:gd name="connsiteX8" fmla="*/ 5646674 w 5646674"/>
              <a:gd name="connsiteY8" fmla="*/ 6407531 h 6631092"/>
              <a:gd name="connsiteX9" fmla="*/ 2930525 w 5646674"/>
              <a:gd name="connsiteY9" fmla="*/ 6611493 h 6631092"/>
              <a:gd name="connsiteX10" fmla="*/ 0 w 5646674"/>
              <a:gd name="connsiteY10" fmla="*/ 6620891 h 6631092"/>
              <a:gd name="connsiteX11" fmla="*/ 91440 w 5646674"/>
              <a:gd name="connsiteY11" fmla="*/ 0 h 6631092"/>
              <a:gd name="connsiteX0" fmla="*/ 91440 w 5646674"/>
              <a:gd name="connsiteY0" fmla="*/ 0 h 6756866"/>
              <a:gd name="connsiteX1" fmla="*/ 4230624 w 5646674"/>
              <a:gd name="connsiteY1" fmla="*/ 81848 h 6756866"/>
              <a:gd name="connsiteX2" fmla="*/ 4230624 w 5646674"/>
              <a:gd name="connsiteY2" fmla="*/ 932104 h 6756866"/>
              <a:gd name="connsiteX3" fmla="*/ 4297548 w 5646674"/>
              <a:gd name="connsiteY3" fmla="*/ 999028 h 6756866"/>
              <a:gd name="connsiteX4" fmla="*/ 5079592 w 5646674"/>
              <a:gd name="connsiteY4" fmla="*/ 999028 h 6756866"/>
              <a:gd name="connsiteX5" fmla="*/ 5146516 w 5646674"/>
              <a:gd name="connsiteY5" fmla="*/ 932104 h 6756866"/>
              <a:gd name="connsiteX6" fmla="*/ 5146516 w 5646674"/>
              <a:gd name="connsiteY6" fmla="*/ 99959 h 6756866"/>
              <a:gd name="connsiteX7" fmla="*/ 5640578 w 5646674"/>
              <a:gd name="connsiteY7" fmla="*/ 109728 h 6756866"/>
              <a:gd name="connsiteX8" fmla="*/ 5646674 w 5646674"/>
              <a:gd name="connsiteY8" fmla="*/ 6744081 h 6756866"/>
              <a:gd name="connsiteX9" fmla="*/ 2930525 w 5646674"/>
              <a:gd name="connsiteY9" fmla="*/ 6611493 h 6756866"/>
              <a:gd name="connsiteX10" fmla="*/ 0 w 5646674"/>
              <a:gd name="connsiteY10" fmla="*/ 6620891 h 6756866"/>
              <a:gd name="connsiteX11" fmla="*/ 91440 w 5646674"/>
              <a:gd name="connsiteY11" fmla="*/ 0 h 6756866"/>
              <a:gd name="connsiteX0" fmla="*/ 91440 w 5646674"/>
              <a:gd name="connsiteY0" fmla="*/ 0 h 6765448"/>
              <a:gd name="connsiteX1" fmla="*/ 4230624 w 5646674"/>
              <a:gd name="connsiteY1" fmla="*/ 81848 h 6765448"/>
              <a:gd name="connsiteX2" fmla="*/ 4230624 w 5646674"/>
              <a:gd name="connsiteY2" fmla="*/ 932104 h 6765448"/>
              <a:gd name="connsiteX3" fmla="*/ 4297548 w 5646674"/>
              <a:gd name="connsiteY3" fmla="*/ 999028 h 6765448"/>
              <a:gd name="connsiteX4" fmla="*/ 5079592 w 5646674"/>
              <a:gd name="connsiteY4" fmla="*/ 999028 h 6765448"/>
              <a:gd name="connsiteX5" fmla="*/ 5146516 w 5646674"/>
              <a:gd name="connsiteY5" fmla="*/ 932104 h 6765448"/>
              <a:gd name="connsiteX6" fmla="*/ 5146516 w 5646674"/>
              <a:gd name="connsiteY6" fmla="*/ 99959 h 6765448"/>
              <a:gd name="connsiteX7" fmla="*/ 5640578 w 5646674"/>
              <a:gd name="connsiteY7" fmla="*/ 109728 h 6765448"/>
              <a:gd name="connsiteX8" fmla="*/ 5646674 w 5646674"/>
              <a:gd name="connsiteY8" fmla="*/ 6744081 h 6765448"/>
              <a:gd name="connsiteX9" fmla="*/ 2949575 w 5646674"/>
              <a:gd name="connsiteY9" fmla="*/ 6732143 h 6765448"/>
              <a:gd name="connsiteX10" fmla="*/ 0 w 5646674"/>
              <a:gd name="connsiteY10" fmla="*/ 6620891 h 6765448"/>
              <a:gd name="connsiteX11" fmla="*/ 91440 w 5646674"/>
              <a:gd name="connsiteY11" fmla="*/ 0 h 6765448"/>
              <a:gd name="connsiteX0" fmla="*/ 91440 w 5646674"/>
              <a:gd name="connsiteY0" fmla="*/ 0 h 6772724"/>
              <a:gd name="connsiteX1" fmla="*/ 4230624 w 5646674"/>
              <a:gd name="connsiteY1" fmla="*/ 81848 h 6772724"/>
              <a:gd name="connsiteX2" fmla="*/ 4230624 w 5646674"/>
              <a:gd name="connsiteY2" fmla="*/ 932104 h 6772724"/>
              <a:gd name="connsiteX3" fmla="*/ 4297548 w 5646674"/>
              <a:gd name="connsiteY3" fmla="*/ 999028 h 6772724"/>
              <a:gd name="connsiteX4" fmla="*/ 5079592 w 5646674"/>
              <a:gd name="connsiteY4" fmla="*/ 999028 h 6772724"/>
              <a:gd name="connsiteX5" fmla="*/ 5146516 w 5646674"/>
              <a:gd name="connsiteY5" fmla="*/ 932104 h 6772724"/>
              <a:gd name="connsiteX6" fmla="*/ 5146516 w 5646674"/>
              <a:gd name="connsiteY6" fmla="*/ 99959 h 6772724"/>
              <a:gd name="connsiteX7" fmla="*/ 5640578 w 5646674"/>
              <a:gd name="connsiteY7" fmla="*/ 109728 h 6772724"/>
              <a:gd name="connsiteX8" fmla="*/ 5646674 w 5646674"/>
              <a:gd name="connsiteY8" fmla="*/ 6744081 h 6772724"/>
              <a:gd name="connsiteX9" fmla="*/ 2949575 w 5646674"/>
              <a:gd name="connsiteY9" fmla="*/ 6732143 h 6772724"/>
              <a:gd name="connsiteX10" fmla="*/ 0 w 5646674"/>
              <a:gd name="connsiteY10" fmla="*/ 6620891 h 6772724"/>
              <a:gd name="connsiteX11" fmla="*/ 91440 w 5646674"/>
              <a:gd name="connsiteY11" fmla="*/ 0 h 6772724"/>
              <a:gd name="connsiteX0" fmla="*/ 91440 w 5646674"/>
              <a:gd name="connsiteY0" fmla="*/ 0 h 6772724"/>
              <a:gd name="connsiteX1" fmla="*/ 4230624 w 5646674"/>
              <a:gd name="connsiteY1" fmla="*/ 81848 h 6772724"/>
              <a:gd name="connsiteX2" fmla="*/ 4230624 w 5646674"/>
              <a:gd name="connsiteY2" fmla="*/ 932104 h 6772724"/>
              <a:gd name="connsiteX3" fmla="*/ 4297548 w 5646674"/>
              <a:gd name="connsiteY3" fmla="*/ 999028 h 6772724"/>
              <a:gd name="connsiteX4" fmla="*/ 5079592 w 5646674"/>
              <a:gd name="connsiteY4" fmla="*/ 999028 h 6772724"/>
              <a:gd name="connsiteX5" fmla="*/ 5146516 w 5646674"/>
              <a:gd name="connsiteY5" fmla="*/ 932104 h 6772724"/>
              <a:gd name="connsiteX6" fmla="*/ 5146516 w 5646674"/>
              <a:gd name="connsiteY6" fmla="*/ 99959 h 6772724"/>
              <a:gd name="connsiteX7" fmla="*/ 5640578 w 5646674"/>
              <a:gd name="connsiteY7" fmla="*/ 109728 h 6772724"/>
              <a:gd name="connsiteX8" fmla="*/ 5646674 w 5646674"/>
              <a:gd name="connsiteY8" fmla="*/ 6744081 h 6772724"/>
              <a:gd name="connsiteX9" fmla="*/ 2949575 w 5646674"/>
              <a:gd name="connsiteY9" fmla="*/ 6732143 h 6772724"/>
              <a:gd name="connsiteX10" fmla="*/ 0 w 5646674"/>
              <a:gd name="connsiteY10" fmla="*/ 6620891 h 6772724"/>
              <a:gd name="connsiteX11" fmla="*/ 91440 w 5646674"/>
              <a:gd name="connsiteY11" fmla="*/ 0 h 6772724"/>
              <a:gd name="connsiteX0" fmla="*/ 91440 w 5646674"/>
              <a:gd name="connsiteY0" fmla="*/ 0 h 6753444"/>
              <a:gd name="connsiteX1" fmla="*/ 4230624 w 5646674"/>
              <a:gd name="connsiteY1" fmla="*/ 81848 h 6753444"/>
              <a:gd name="connsiteX2" fmla="*/ 4230624 w 5646674"/>
              <a:gd name="connsiteY2" fmla="*/ 932104 h 6753444"/>
              <a:gd name="connsiteX3" fmla="*/ 4297548 w 5646674"/>
              <a:gd name="connsiteY3" fmla="*/ 999028 h 6753444"/>
              <a:gd name="connsiteX4" fmla="*/ 5079592 w 5646674"/>
              <a:gd name="connsiteY4" fmla="*/ 999028 h 6753444"/>
              <a:gd name="connsiteX5" fmla="*/ 5146516 w 5646674"/>
              <a:gd name="connsiteY5" fmla="*/ 932104 h 6753444"/>
              <a:gd name="connsiteX6" fmla="*/ 5146516 w 5646674"/>
              <a:gd name="connsiteY6" fmla="*/ 99959 h 6753444"/>
              <a:gd name="connsiteX7" fmla="*/ 5640578 w 5646674"/>
              <a:gd name="connsiteY7" fmla="*/ 109728 h 6753444"/>
              <a:gd name="connsiteX8" fmla="*/ 5646674 w 5646674"/>
              <a:gd name="connsiteY8" fmla="*/ 6744081 h 6753444"/>
              <a:gd name="connsiteX9" fmla="*/ 2949575 w 5646674"/>
              <a:gd name="connsiteY9" fmla="*/ 6732143 h 6753444"/>
              <a:gd name="connsiteX10" fmla="*/ 0 w 5646674"/>
              <a:gd name="connsiteY10" fmla="*/ 6620891 h 6753444"/>
              <a:gd name="connsiteX11" fmla="*/ 91440 w 564667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41910 w 5555234"/>
              <a:gd name="connsiteY10" fmla="*/ 6741541 h 6753444"/>
              <a:gd name="connsiteX11" fmla="*/ 0 w 5555234"/>
              <a:gd name="connsiteY11" fmla="*/ 0 h 6753444"/>
              <a:gd name="connsiteX0" fmla="*/ 8289 w 5563523"/>
              <a:gd name="connsiteY0" fmla="*/ 0 h 6753444"/>
              <a:gd name="connsiteX1" fmla="*/ 4147473 w 5563523"/>
              <a:gd name="connsiteY1" fmla="*/ 81848 h 6753444"/>
              <a:gd name="connsiteX2" fmla="*/ 4147473 w 5563523"/>
              <a:gd name="connsiteY2" fmla="*/ 932104 h 6753444"/>
              <a:gd name="connsiteX3" fmla="*/ 4214397 w 5563523"/>
              <a:gd name="connsiteY3" fmla="*/ 999028 h 6753444"/>
              <a:gd name="connsiteX4" fmla="*/ 4996441 w 5563523"/>
              <a:gd name="connsiteY4" fmla="*/ 999028 h 6753444"/>
              <a:gd name="connsiteX5" fmla="*/ 5063365 w 5563523"/>
              <a:gd name="connsiteY5" fmla="*/ 932104 h 6753444"/>
              <a:gd name="connsiteX6" fmla="*/ 5063365 w 5563523"/>
              <a:gd name="connsiteY6" fmla="*/ 99959 h 6753444"/>
              <a:gd name="connsiteX7" fmla="*/ 5557427 w 5563523"/>
              <a:gd name="connsiteY7" fmla="*/ 109728 h 6753444"/>
              <a:gd name="connsiteX8" fmla="*/ 5563523 w 5563523"/>
              <a:gd name="connsiteY8" fmla="*/ 6744081 h 6753444"/>
              <a:gd name="connsiteX9" fmla="*/ 2866424 w 5563523"/>
              <a:gd name="connsiteY9" fmla="*/ 6732143 h 6753444"/>
              <a:gd name="connsiteX10" fmla="*/ 8924 w 5563523"/>
              <a:gd name="connsiteY10" fmla="*/ 6744716 h 6753444"/>
              <a:gd name="connsiteX11" fmla="*/ 8289 w 5563523"/>
              <a:gd name="connsiteY11" fmla="*/ 0 h 6753444"/>
              <a:gd name="connsiteX0" fmla="*/ 566 w 5555800"/>
              <a:gd name="connsiteY0" fmla="*/ 0 h 6753444"/>
              <a:gd name="connsiteX1" fmla="*/ 4139750 w 5555800"/>
              <a:gd name="connsiteY1" fmla="*/ 81848 h 6753444"/>
              <a:gd name="connsiteX2" fmla="*/ 4139750 w 5555800"/>
              <a:gd name="connsiteY2" fmla="*/ 932104 h 6753444"/>
              <a:gd name="connsiteX3" fmla="*/ 4206674 w 5555800"/>
              <a:gd name="connsiteY3" fmla="*/ 999028 h 6753444"/>
              <a:gd name="connsiteX4" fmla="*/ 4988718 w 5555800"/>
              <a:gd name="connsiteY4" fmla="*/ 999028 h 6753444"/>
              <a:gd name="connsiteX5" fmla="*/ 5055642 w 5555800"/>
              <a:gd name="connsiteY5" fmla="*/ 932104 h 6753444"/>
              <a:gd name="connsiteX6" fmla="*/ 5055642 w 5555800"/>
              <a:gd name="connsiteY6" fmla="*/ 99959 h 6753444"/>
              <a:gd name="connsiteX7" fmla="*/ 5549704 w 5555800"/>
              <a:gd name="connsiteY7" fmla="*/ 109728 h 6753444"/>
              <a:gd name="connsiteX8" fmla="*/ 5555800 w 5555800"/>
              <a:gd name="connsiteY8" fmla="*/ 6744081 h 6753444"/>
              <a:gd name="connsiteX9" fmla="*/ 2858701 w 5555800"/>
              <a:gd name="connsiteY9" fmla="*/ 6732143 h 6753444"/>
              <a:gd name="connsiteX10" fmla="*/ 1201 w 5555800"/>
              <a:gd name="connsiteY10" fmla="*/ 6744716 h 6753444"/>
              <a:gd name="connsiteX11" fmla="*/ 566 w 5555800"/>
              <a:gd name="connsiteY11" fmla="*/ 0 h 6753444"/>
              <a:gd name="connsiteX0" fmla="*/ 566 w 5555800"/>
              <a:gd name="connsiteY0" fmla="*/ 0 h 6753444"/>
              <a:gd name="connsiteX1" fmla="*/ 4139750 w 5555800"/>
              <a:gd name="connsiteY1" fmla="*/ 81848 h 6753444"/>
              <a:gd name="connsiteX2" fmla="*/ 4139750 w 5555800"/>
              <a:gd name="connsiteY2" fmla="*/ 932104 h 6753444"/>
              <a:gd name="connsiteX3" fmla="*/ 4206674 w 5555800"/>
              <a:gd name="connsiteY3" fmla="*/ 999028 h 6753444"/>
              <a:gd name="connsiteX4" fmla="*/ 4988718 w 5555800"/>
              <a:gd name="connsiteY4" fmla="*/ 999028 h 6753444"/>
              <a:gd name="connsiteX5" fmla="*/ 5055642 w 5555800"/>
              <a:gd name="connsiteY5" fmla="*/ 932104 h 6753444"/>
              <a:gd name="connsiteX6" fmla="*/ 5055642 w 5555800"/>
              <a:gd name="connsiteY6" fmla="*/ 99959 h 6753444"/>
              <a:gd name="connsiteX7" fmla="*/ 5549704 w 5555800"/>
              <a:gd name="connsiteY7" fmla="*/ 109728 h 6753444"/>
              <a:gd name="connsiteX8" fmla="*/ 5555800 w 5555800"/>
              <a:gd name="connsiteY8" fmla="*/ 6744081 h 6753444"/>
              <a:gd name="connsiteX9" fmla="*/ 2858701 w 5555800"/>
              <a:gd name="connsiteY9" fmla="*/ 6732143 h 6753444"/>
              <a:gd name="connsiteX10" fmla="*/ 1201 w 5555800"/>
              <a:gd name="connsiteY10" fmla="*/ 6744716 h 6753444"/>
              <a:gd name="connsiteX11" fmla="*/ 566 w 5555800"/>
              <a:gd name="connsiteY11" fmla="*/ 0 h 6753444"/>
              <a:gd name="connsiteX0" fmla="*/ 566 w 5555800"/>
              <a:gd name="connsiteY0" fmla="*/ 0 h 6760098"/>
              <a:gd name="connsiteX1" fmla="*/ 4139750 w 5555800"/>
              <a:gd name="connsiteY1" fmla="*/ 81848 h 6760098"/>
              <a:gd name="connsiteX2" fmla="*/ 4139750 w 5555800"/>
              <a:gd name="connsiteY2" fmla="*/ 932104 h 6760098"/>
              <a:gd name="connsiteX3" fmla="*/ 4206674 w 5555800"/>
              <a:gd name="connsiteY3" fmla="*/ 999028 h 6760098"/>
              <a:gd name="connsiteX4" fmla="*/ 4988718 w 5555800"/>
              <a:gd name="connsiteY4" fmla="*/ 999028 h 6760098"/>
              <a:gd name="connsiteX5" fmla="*/ 5055642 w 5555800"/>
              <a:gd name="connsiteY5" fmla="*/ 932104 h 6760098"/>
              <a:gd name="connsiteX6" fmla="*/ 5055642 w 5555800"/>
              <a:gd name="connsiteY6" fmla="*/ 99959 h 6760098"/>
              <a:gd name="connsiteX7" fmla="*/ 5549704 w 5555800"/>
              <a:gd name="connsiteY7" fmla="*/ 109728 h 6760098"/>
              <a:gd name="connsiteX8" fmla="*/ 5555800 w 5555800"/>
              <a:gd name="connsiteY8" fmla="*/ 6744081 h 6760098"/>
              <a:gd name="connsiteX9" fmla="*/ 2858701 w 5555800"/>
              <a:gd name="connsiteY9" fmla="*/ 6757543 h 6760098"/>
              <a:gd name="connsiteX10" fmla="*/ 1201 w 5555800"/>
              <a:gd name="connsiteY10" fmla="*/ 6744716 h 6760098"/>
              <a:gd name="connsiteX11" fmla="*/ 566 w 5555800"/>
              <a:gd name="connsiteY11" fmla="*/ 0 h 676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55800" h="6760098">
                <a:moveTo>
                  <a:pt x="566" y="0"/>
                </a:moveTo>
                <a:lnTo>
                  <a:pt x="4139750" y="81848"/>
                </a:lnTo>
                <a:lnTo>
                  <a:pt x="4139750" y="932104"/>
                </a:lnTo>
                <a:cubicBezTo>
                  <a:pt x="4139750" y="969065"/>
                  <a:pt x="4169713" y="999028"/>
                  <a:pt x="4206674" y="999028"/>
                </a:cubicBezTo>
                <a:lnTo>
                  <a:pt x="4988718" y="999028"/>
                </a:lnTo>
                <a:cubicBezTo>
                  <a:pt x="5025679" y="999028"/>
                  <a:pt x="5055642" y="969065"/>
                  <a:pt x="5055642" y="932104"/>
                </a:cubicBezTo>
                <a:lnTo>
                  <a:pt x="5055642" y="99959"/>
                </a:lnTo>
                <a:lnTo>
                  <a:pt x="5549704" y="109728"/>
                </a:lnTo>
                <a:cubicBezTo>
                  <a:pt x="5551736" y="2208996"/>
                  <a:pt x="5553768" y="4644813"/>
                  <a:pt x="5555800" y="6744081"/>
                </a:cubicBezTo>
                <a:cubicBezTo>
                  <a:pt x="5387525" y="6771682"/>
                  <a:pt x="2854510" y="6754580"/>
                  <a:pt x="2858701" y="6757543"/>
                </a:cubicBezTo>
                <a:cubicBezTo>
                  <a:pt x="2836899" y="6746452"/>
                  <a:pt x="714518" y="6757458"/>
                  <a:pt x="1201" y="6744716"/>
                </a:cubicBezTo>
                <a:cubicBezTo>
                  <a:pt x="-4387" y="5525558"/>
                  <a:pt x="11996" y="928328"/>
                  <a:pt x="566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Press the icon</a:t>
            </a:r>
            <a:br>
              <a:rPr lang="en-US" dirty="0"/>
            </a:br>
            <a:r>
              <a:rPr lang="en-US" dirty="0"/>
              <a:t>to insert image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96989626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D56A1B1B-1434-20A4-A7DF-196F5C31DCD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9659" y="80012"/>
            <a:ext cx="12336936" cy="6829573"/>
          </a:xfrm>
          <a:custGeom>
            <a:avLst/>
            <a:gdLst>
              <a:gd name="connsiteX0" fmla="*/ 3846824 w 12206597"/>
              <a:gd name="connsiteY0" fmla="*/ 170 h 6647837"/>
              <a:gd name="connsiteX1" fmla="*/ 10334943 w 12206597"/>
              <a:gd name="connsiteY1" fmla="*/ 125535 h 6647837"/>
              <a:gd name="connsiteX2" fmla="*/ 10785474 w 12206597"/>
              <a:gd name="connsiteY2" fmla="*/ 131718 h 6647837"/>
              <a:gd name="connsiteX3" fmla="*/ 10785474 w 12206597"/>
              <a:gd name="connsiteY3" fmla="*/ 954097 h 6647837"/>
              <a:gd name="connsiteX4" fmla="*/ 10856104 w 12206597"/>
              <a:gd name="connsiteY4" fmla="*/ 1024727 h 6647837"/>
              <a:gd name="connsiteX5" fmla="*/ 11633911 w 12206597"/>
              <a:gd name="connsiteY5" fmla="*/ 1024727 h 6647837"/>
              <a:gd name="connsiteX6" fmla="*/ 11704541 w 12206597"/>
              <a:gd name="connsiteY6" fmla="*/ 954097 h 6647837"/>
              <a:gd name="connsiteX7" fmla="*/ 11704541 w 12206597"/>
              <a:gd name="connsiteY7" fmla="*/ 141117 h 6647837"/>
              <a:gd name="connsiteX8" fmla="*/ 12184919 w 12206597"/>
              <a:gd name="connsiteY8" fmla="*/ 144322 h 6647837"/>
              <a:gd name="connsiteX9" fmla="*/ 12200352 w 12206597"/>
              <a:gd name="connsiteY9" fmla="*/ 6417683 h 6647837"/>
              <a:gd name="connsiteX10" fmla="*/ 3175 w 12206597"/>
              <a:gd name="connsiteY10" fmla="*/ 6505576 h 6647837"/>
              <a:gd name="connsiteX11" fmla="*/ 0 w 12206597"/>
              <a:gd name="connsiteY11" fmla="*/ 229967 h 6647837"/>
              <a:gd name="connsiteX12" fmla="*/ 3846824 w 12206597"/>
              <a:gd name="connsiteY12" fmla="*/ 170 h 6647837"/>
              <a:gd name="connsiteX0" fmla="*/ 3846824 w 12207535"/>
              <a:gd name="connsiteY0" fmla="*/ 170 h 6647837"/>
              <a:gd name="connsiteX1" fmla="*/ 10334943 w 12207535"/>
              <a:gd name="connsiteY1" fmla="*/ 125535 h 6647837"/>
              <a:gd name="connsiteX2" fmla="*/ 10785474 w 12207535"/>
              <a:gd name="connsiteY2" fmla="*/ 131718 h 6647837"/>
              <a:gd name="connsiteX3" fmla="*/ 10785474 w 12207535"/>
              <a:gd name="connsiteY3" fmla="*/ 954097 h 6647837"/>
              <a:gd name="connsiteX4" fmla="*/ 10856104 w 12207535"/>
              <a:gd name="connsiteY4" fmla="*/ 1024727 h 6647837"/>
              <a:gd name="connsiteX5" fmla="*/ 11633911 w 12207535"/>
              <a:gd name="connsiteY5" fmla="*/ 1024727 h 6647837"/>
              <a:gd name="connsiteX6" fmla="*/ 11704541 w 12207535"/>
              <a:gd name="connsiteY6" fmla="*/ 954097 h 6647837"/>
              <a:gd name="connsiteX7" fmla="*/ 11704541 w 12207535"/>
              <a:gd name="connsiteY7" fmla="*/ 141117 h 6647837"/>
              <a:gd name="connsiteX8" fmla="*/ 12188094 w 12207535"/>
              <a:gd name="connsiteY8" fmla="*/ 147497 h 6647837"/>
              <a:gd name="connsiteX9" fmla="*/ 12200352 w 12207535"/>
              <a:gd name="connsiteY9" fmla="*/ 6417683 h 6647837"/>
              <a:gd name="connsiteX10" fmla="*/ 3175 w 12207535"/>
              <a:gd name="connsiteY10" fmla="*/ 6505576 h 6647837"/>
              <a:gd name="connsiteX11" fmla="*/ 0 w 12207535"/>
              <a:gd name="connsiteY11" fmla="*/ 229967 h 6647837"/>
              <a:gd name="connsiteX12" fmla="*/ 3846824 w 12207535"/>
              <a:gd name="connsiteY12" fmla="*/ 170 h 6647837"/>
              <a:gd name="connsiteX0" fmla="*/ 3846824 w 12213430"/>
              <a:gd name="connsiteY0" fmla="*/ 170 h 6647837"/>
              <a:gd name="connsiteX1" fmla="*/ 10334943 w 12213430"/>
              <a:gd name="connsiteY1" fmla="*/ 125535 h 6647837"/>
              <a:gd name="connsiteX2" fmla="*/ 10785474 w 12213430"/>
              <a:gd name="connsiteY2" fmla="*/ 131718 h 6647837"/>
              <a:gd name="connsiteX3" fmla="*/ 10785474 w 12213430"/>
              <a:gd name="connsiteY3" fmla="*/ 954097 h 6647837"/>
              <a:gd name="connsiteX4" fmla="*/ 10856104 w 12213430"/>
              <a:gd name="connsiteY4" fmla="*/ 1024727 h 6647837"/>
              <a:gd name="connsiteX5" fmla="*/ 11633911 w 12213430"/>
              <a:gd name="connsiteY5" fmla="*/ 1024727 h 6647837"/>
              <a:gd name="connsiteX6" fmla="*/ 11704541 w 12213430"/>
              <a:gd name="connsiteY6" fmla="*/ 954097 h 6647837"/>
              <a:gd name="connsiteX7" fmla="*/ 11704541 w 12213430"/>
              <a:gd name="connsiteY7" fmla="*/ 141117 h 6647837"/>
              <a:gd name="connsiteX8" fmla="*/ 12200794 w 12213430"/>
              <a:gd name="connsiteY8" fmla="*/ 141147 h 6647837"/>
              <a:gd name="connsiteX9" fmla="*/ 12200352 w 12213430"/>
              <a:gd name="connsiteY9" fmla="*/ 6417683 h 6647837"/>
              <a:gd name="connsiteX10" fmla="*/ 3175 w 12213430"/>
              <a:gd name="connsiteY10" fmla="*/ 6505576 h 6647837"/>
              <a:gd name="connsiteX11" fmla="*/ 0 w 12213430"/>
              <a:gd name="connsiteY11" fmla="*/ 229967 h 6647837"/>
              <a:gd name="connsiteX12" fmla="*/ 3846824 w 12213430"/>
              <a:gd name="connsiteY12" fmla="*/ 170 h 6647837"/>
              <a:gd name="connsiteX0" fmla="*/ 3846824 w 12213430"/>
              <a:gd name="connsiteY0" fmla="*/ 170 h 6656234"/>
              <a:gd name="connsiteX1" fmla="*/ 10334943 w 12213430"/>
              <a:gd name="connsiteY1" fmla="*/ 125535 h 6656234"/>
              <a:gd name="connsiteX2" fmla="*/ 10785474 w 12213430"/>
              <a:gd name="connsiteY2" fmla="*/ 131718 h 6656234"/>
              <a:gd name="connsiteX3" fmla="*/ 10785474 w 12213430"/>
              <a:gd name="connsiteY3" fmla="*/ 954097 h 6656234"/>
              <a:gd name="connsiteX4" fmla="*/ 10856104 w 12213430"/>
              <a:gd name="connsiteY4" fmla="*/ 1024727 h 6656234"/>
              <a:gd name="connsiteX5" fmla="*/ 11633911 w 12213430"/>
              <a:gd name="connsiteY5" fmla="*/ 1024727 h 6656234"/>
              <a:gd name="connsiteX6" fmla="*/ 11704541 w 12213430"/>
              <a:gd name="connsiteY6" fmla="*/ 954097 h 6656234"/>
              <a:gd name="connsiteX7" fmla="*/ 11704541 w 12213430"/>
              <a:gd name="connsiteY7" fmla="*/ 141117 h 6656234"/>
              <a:gd name="connsiteX8" fmla="*/ 12200794 w 12213430"/>
              <a:gd name="connsiteY8" fmla="*/ 141147 h 6656234"/>
              <a:gd name="connsiteX9" fmla="*/ 12200352 w 12213430"/>
              <a:gd name="connsiteY9" fmla="*/ 6417683 h 6656234"/>
              <a:gd name="connsiteX10" fmla="*/ 3175 w 12213430"/>
              <a:gd name="connsiteY10" fmla="*/ 6505576 h 6656234"/>
              <a:gd name="connsiteX11" fmla="*/ 0 w 12213430"/>
              <a:gd name="connsiteY11" fmla="*/ 229967 h 6656234"/>
              <a:gd name="connsiteX12" fmla="*/ 3846824 w 12213430"/>
              <a:gd name="connsiteY12" fmla="*/ 170 h 6656234"/>
              <a:gd name="connsiteX0" fmla="*/ 3846824 w 12213430"/>
              <a:gd name="connsiteY0" fmla="*/ 170 h 6657635"/>
              <a:gd name="connsiteX1" fmla="*/ 10334943 w 12213430"/>
              <a:gd name="connsiteY1" fmla="*/ 125535 h 6657635"/>
              <a:gd name="connsiteX2" fmla="*/ 10785474 w 12213430"/>
              <a:gd name="connsiteY2" fmla="*/ 131718 h 6657635"/>
              <a:gd name="connsiteX3" fmla="*/ 10785474 w 12213430"/>
              <a:gd name="connsiteY3" fmla="*/ 954097 h 6657635"/>
              <a:gd name="connsiteX4" fmla="*/ 10856104 w 12213430"/>
              <a:gd name="connsiteY4" fmla="*/ 1024727 h 6657635"/>
              <a:gd name="connsiteX5" fmla="*/ 11633911 w 12213430"/>
              <a:gd name="connsiteY5" fmla="*/ 1024727 h 6657635"/>
              <a:gd name="connsiteX6" fmla="*/ 11704541 w 12213430"/>
              <a:gd name="connsiteY6" fmla="*/ 954097 h 6657635"/>
              <a:gd name="connsiteX7" fmla="*/ 11704541 w 12213430"/>
              <a:gd name="connsiteY7" fmla="*/ 141117 h 6657635"/>
              <a:gd name="connsiteX8" fmla="*/ 12200794 w 12213430"/>
              <a:gd name="connsiteY8" fmla="*/ 141147 h 6657635"/>
              <a:gd name="connsiteX9" fmla="*/ 12200352 w 12213430"/>
              <a:gd name="connsiteY9" fmla="*/ 6417683 h 6657635"/>
              <a:gd name="connsiteX10" fmla="*/ 3175 w 12213430"/>
              <a:gd name="connsiteY10" fmla="*/ 6505576 h 6657635"/>
              <a:gd name="connsiteX11" fmla="*/ 0 w 12213430"/>
              <a:gd name="connsiteY11" fmla="*/ 229967 h 6657635"/>
              <a:gd name="connsiteX12" fmla="*/ 3846824 w 12213430"/>
              <a:gd name="connsiteY12" fmla="*/ 170 h 6657635"/>
              <a:gd name="connsiteX0" fmla="*/ 3846824 w 12213430"/>
              <a:gd name="connsiteY0" fmla="*/ 170 h 6659594"/>
              <a:gd name="connsiteX1" fmla="*/ 10334943 w 12213430"/>
              <a:gd name="connsiteY1" fmla="*/ 125535 h 6659594"/>
              <a:gd name="connsiteX2" fmla="*/ 10785474 w 12213430"/>
              <a:gd name="connsiteY2" fmla="*/ 131718 h 6659594"/>
              <a:gd name="connsiteX3" fmla="*/ 10785474 w 12213430"/>
              <a:gd name="connsiteY3" fmla="*/ 954097 h 6659594"/>
              <a:gd name="connsiteX4" fmla="*/ 10856104 w 12213430"/>
              <a:gd name="connsiteY4" fmla="*/ 1024727 h 6659594"/>
              <a:gd name="connsiteX5" fmla="*/ 11633911 w 12213430"/>
              <a:gd name="connsiteY5" fmla="*/ 1024727 h 6659594"/>
              <a:gd name="connsiteX6" fmla="*/ 11704541 w 12213430"/>
              <a:gd name="connsiteY6" fmla="*/ 954097 h 6659594"/>
              <a:gd name="connsiteX7" fmla="*/ 11704541 w 12213430"/>
              <a:gd name="connsiteY7" fmla="*/ 141117 h 6659594"/>
              <a:gd name="connsiteX8" fmla="*/ 12200794 w 12213430"/>
              <a:gd name="connsiteY8" fmla="*/ 141147 h 6659594"/>
              <a:gd name="connsiteX9" fmla="*/ 12200352 w 12213430"/>
              <a:gd name="connsiteY9" fmla="*/ 6417683 h 6659594"/>
              <a:gd name="connsiteX10" fmla="*/ 3175 w 12213430"/>
              <a:gd name="connsiteY10" fmla="*/ 6511926 h 6659594"/>
              <a:gd name="connsiteX11" fmla="*/ 0 w 12213430"/>
              <a:gd name="connsiteY11" fmla="*/ 229967 h 6659594"/>
              <a:gd name="connsiteX12" fmla="*/ 3846824 w 12213430"/>
              <a:gd name="connsiteY12" fmla="*/ 170 h 6659594"/>
              <a:gd name="connsiteX0" fmla="*/ 3846824 w 12213430"/>
              <a:gd name="connsiteY0" fmla="*/ 1364 h 6660788"/>
              <a:gd name="connsiteX1" fmla="*/ 10334943 w 12213430"/>
              <a:gd name="connsiteY1" fmla="*/ 126729 h 6660788"/>
              <a:gd name="connsiteX2" fmla="*/ 10785474 w 12213430"/>
              <a:gd name="connsiteY2" fmla="*/ 132912 h 6660788"/>
              <a:gd name="connsiteX3" fmla="*/ 10785474 w 12213430"/>
              <a:gd name="connsiteY3" fmla="*/ 955291 h 6660788"/>
              <a:gd name="connsiteX4" fmla="*/ 10856104 w 12213430"/>
              <a:gd name="connsiteY4" fmla="*/ 1025921 h 6660788"/>
              <a:gd name="connsiteX5" fmla="*/ 11633911 w 12213430"/>
              <a:gd name="connsiteY5" fmla="*/ 1025921 h 6660788"/>
              <a:gd name="connsiteX6" fmla="*/ 11704541 w 12213430"/>
              <a:gd name="connsiteY6" fmla="*/ 955291 h 6660788"/>
              <a:gd name="connsiteX7" fmla="*/ 11704541 w 12213430"/>
              <a:gd name="connsiteY7" fmla="*/ 142311 h 6660788"/>
              <a:gd name="connsiteX8" fmla="*/ 12200794 w 12213430"/>
              <a:gd name="connsiteY8" fmla="*/ 142341 h 6660788"/>
              <a:gd name="connsiteX9" fmla="*/ 12200352 w 12213430"/>
              <a:gd name="connsiteY9" fmla="*/ 6418877 h 6660788"/>
              <a:gd name="connsiteX10" fmla="*/ 3175 w 12213430"/>
              <a:gd name="connsiteY10" fmla="*/ 6513120 h 6660788"/>
              <a:gd name="connsiteX11" fmla="*/ 0 w 12213430"/>
              <a:gd name="connsiteY11" fmla="*/ 231161 h 6660788"/>
              <a:gd name="connsiteX12" fmla="*/ 3846824 w 12213430"/>
              <a:gd name="connsiteY12" fmla="*/ 1364 h 6660788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5864223 w 12213430"/>
              <a:gd name="connsiteY1" fmla="*/ 8888 h 6659424"/>
              <a:gd name="connsiteX2" fmla="*/ 10334943 w 12213430"/>
              <a:gd name="connsiteY2" fmla="*/ 125365 h 6659424"/>
              <a:gd name="connsiteX3" fmla="*/ 10785474 w 12213430"/>
              <a:gd name="connsiteY3" fmla="*/ 131548 h 6659424"/>
              <a:gd name="connsiteX4" fmla="*/ 10785474 w 12213430"/>
              <a:gd name="connsiteY4" fmla="*/ 953927 h 6659424"/>
              <a:gd name="connsiteX5" fmla="*/ 10856104 w 12213430"/>
              <a:gd name="connsiteY5" fmla="*/ 1024557 h 6659424"/>
              <a:gd name="connsiteX6" fmla="*/ 11633911 w 12213430"/>
              <a:gd name="connsiteY6" fmla="*/ 1024557 h 6659424"/>
              <a:gd name="connsiteX7" fmla="*/ 11704541 w 12213430"/>
              <a:gd name="connsiteY7" fmla="*/ 953927 h 6659424"/>
              <a:gd name="connsiteX8" fmla="*/ 11704541 w 12213430"/>
              <a:gd name="connsiteY8" fmla="*/ 140947 h 6659424"/>
              <a:gd name="connsiteX9" fmla="*/ 12200794 w 12213430"/>
              <a:gd name="connsiteY9" fmla="*/ 140977 h 6659424"/>
              <a:gd name="connsiteX10" fmla="*/ 12200352 w 12213430"/>
              <a:gd name="connsiteY10" fmla="*/ 6417513 h 6659424"/>
              <a:gd name="connsiteX11" fmla="*/ 3175 w 12213430"/>
              <a:gd name="connsiteY11" fmla="*/ 6511756 h 6659424"/>
              <a:gd name="connsiteX12" fmla="*/ 0 w 12213430"/>
              <a:gd name="connsiteY12" fmla="*/ 229797 h 6659424"/>
              <a:gd name="connsiteX13" fmla="*/ 3846824 w 12213430"/>
              <a:gd name="connsiteY13" fmla="*/ 0 h 6659424"/>
              <a:gd name="connsiteX0" fmla="*/ 4173849 w 12213430"/>
              <a:gd name="connsiteY0" fmla="*/ 0 h 6668949"/>
              <a:gd name="connsiteX1" fmla="*/ 5864223 w 12213430"/>
              <a:gd name="connsiteY1" fmla="*/ 18413 h 6668949"/>
              <a:gd name="connsiteX2" fmla="*/ 10334943 w 12213430"/>
              <a:gd name="connsiteY2" fmla="*/ 134890 h 6668949"/>
              <a:gd name="connsiteX3" fmla="*/ 10785474 w 12213430"/>
              <a:gd name="connsiteY3" fmla="*/ 141073 h 6668949"/>
              <a:gd name="connsiteX4" fmla="*/ 10785474 w 12213430"/>
              <a:gd name="connsiteY4" fmla="*/ 963452 h 6668949"/>
              <a:gd name="connsiteX5" fmla="*/ 10856104 w 12213430"/>
              <a:gd name="connsiteY5" fmla="*/ 1034082 h 6668949"/>
              <a:gd name="connsiteX6" fmla="*/ 11633911 w 12213430"/>
              <a:gd name="connsiteY6" fmla="*/ 1034082 h 6668949"/>
              <a:gd name="connsiteX7" fmla="*/ 11704541 w 12213430"/>
              <a:gd name="connsiteY7" fmla="*/ 963452 h 6668949"/>
              <a:gd name="connsiteX8" fmla="*/ 11704541 w 12213430"/>
              <a:gd name="connsiteY8" fmla="*/ 150472 h 6668949"/>
              <a:gd name="connsiteX9" fmla="*/ 12200794 w 12213430"/>
              <a:gd name="connsiteY9" fmla="*/ 150502 h 6668949"/>
              <a:gd name="connsiteX10" fmla="*/ 12200352 w 12213430"/>
              <a:gd name="connsiteY10" fmla="*/ 6427038 h 6668949"/>
              <a:gd name="connsiteX11" fmla="*/ 3175 w 12213430"/>
              <a:gd name="connsiteY11" fmla="*/ 6521281 h 6668949"/>
              <a:gd name="connsiteX12" fmla="*/ 0 w 12213430"/>
              <a:gd name="connsiteY12" fmla="*/ 239322 h 6668949"/>
              <a:gd name="connsiteX13" fmla="*/ 4173849 w 12213430"/>
              <a:gd name="connsiteY13" fmla="*/ 0 h 6668949"/>
              <a:gd name="connsiteX0" fmla="*/ 4173849 w 12213430"/>
              <a:gd name="connsiteY0" fmla="*/ 0 h 6776850"/>
              <a:gd name="connsiteX1" fmla="*/ 5864223 w 12213430"/>
              <a:gd name="connsiteY1" fmla="*/ 18413 h 6776850"/>
              <a:gd name="connsiteX2" fmla="*/ 10334943 w 12213430"/>
              <a:gd name="connsiteY2" fmla="*/ 134890 h 6776850"/>
              <a:gd name="connsiteX3" fmla="*/ 10785474 w 12213430"/>
              <a:gd name="connsiteY3" fmla="*/ 141073 h 6776850"/>
              <a:gd name="connsiteX4" fmla="*/ 10785474 w 12213430"/>
              <a:gd name="connsiteY4" fmla="*/ 963452 h 6776850"/>
              <a:gd name="connsiteX5" fmla="*/ 10856104 w 12213430"/>
              <a:gd name="connsiteY5" fmla="*/ 1034082 h 6776850"/>
              <a:gd name="connsiteX6" fmla="*/ 11633911 w 12213430"/>
              <a:gd name="connsiteY6" fmla="*/ 1034082 h 6776850"/>
              <a:gd name="connsiteX7" fmla="*/ 11704541 w 12213430"/>
              <a:gd name="connsiteY7" fmla="*/ 963452 h 6776850"/>
              <a:gd name="connsiteX8" fmla="*/ 11704541 w 12213430"/>
              <a:gd name="connsiteY8" fmla="*/ 150472 h 6776850"/>
              <a:gd name="connsiteX9" fmla="*/ 12200794 w 12213430"/>
              <a:gd name="connsiteY9" fmla="*/ 150502 h 6776850"/>
              <a:gd name="connsiteX10" fmla="*/ 12200352 w 12213430"/>
              <a:gd name="connsiteY10" fmla="*/ 6427038 h 6776850"/>
              <a:gd name="connsiteX11" fmla="*/ 3175 w 12213430"/>
              <a:gd name="connsiteY11" fmla="*/ 6762581 h 6776850"/>
              <a:gd name="connsiteX12" fmla="*/ 0 w 12213430"/>
              <a:gd name="connsiteY12" fmla="*/ 239322 h 6776850"/>
              <a:gd name="connsiteX13" fmla="*/ 4173849 w 12213430"/>
              <a:gd name="connsiteY13" fmla="*/ 0 h 6776850"/>
              <a:gd name="connsiteX0" fmla="*/ 4173849 w 12213430"/>
              <a:gd name="connsiteY0" fmla="*/ 0 h 6785075"/>
              <a:gd name="connsiteX1" fmla="*/ 5864223 w 12213430"/>
              <a:gd name="connsiteY1" fmla="*/ 18413 h 6785075"/>
              <a:gd name="connsiteX2" fmla="*/ 10334943 w 12213430"/>
              <a:gd name="connsiteY2" fmla="*/ 134890 h 6785075"/>
              <a:gd name="connsiteX3" fmla="*/ 10785474 w 12213430"/>
              <a:gd name="connsiteY3" fmla="*/ 141073 h 6785075"/>
              <a:gd name="connsiteX4" fmla="*/ 10785474 w 12213430"/>
              <a:gd name="connsiteY4" fmla="*/ 963452 h 6785075"/>
              <a:gd name="connsiteX5" fmla="*/ 10856104 w 12213430"/>
              <a:gd name="connsiteY5" fmla="*/ 1034082 h 6785075"/>
              <a:gd name="connsiteX6" fmla="*/ 11633911 w 12213430"/>
              <a:gd name="connsiteY6" fmla="*/ 1034082 h 6785075"/>
              <a:gd name="connsiteX7" fmla="*/ 11704541 w 12213430"/>
              <a:gd name="connsiteY7" fmla="*/ 963452 h 6785075"/>
              <a:gd name="connsiteX8" fmla="*/ 11704541 w 12213430"/>
              <a:gd name="connsiteY8" fmla="*/ 150472 h 6785075"/>
              <a:gd name="connsiteX9" fmla="*/ 12200794 w 12213430"/>
              <a:gd name="connsiteY9" fmla="*/ 150502 h 6785075"/>
              <a:gd name="connsiteX10" fmla="*/ 12200352 w 12213430"/>
              <a:gd name="connsiteY10" fmla="*/ 6427038 h 6785075"/>
              <a:gd name="connsiteX11" fmla="*/ 3175 w 12213430"/>
              <a:gd name="connsiteY11" fmla="*/ 6762581 h 6785075"/>
              <a:gd name="connsiteX12" fmla="*/ 0 w 12213430"/>
              <a:gd name="connsiteY12" fmla="*/ 239322 h 6785075"/>
              <a:gd name="connsiteX13" fmla="*/ 4173849 w 12213430"/>
              <a:gd name="connsiteY13" fmla="*/ 0 h 6785075"/>
              <a:gd name="connsiteX0" fmla="*/ 4173849 w 12209642"/>
              <a:gd name="connsiteY0" fmla="*/ 0 h 6987926"/>
              <a:gd name="connsiteX1" fmla="*/ 5864223 w 12209642"/>
              <a:gd name="connsiteY1" fmla="*/ 18413 h 6987926"/>
              <a:gd name="connsiteX2" fmla="*/ 10334943 w 12209642"/>
              <a:gd name="connsiteY2" fmla="*/ 134890 h 6987926"/>
              <a:gd name="connsiteX3" fmla="*/ 10785474 w 12209642"/>
              <a:gd name="connsiteY3" fmla="*/ 141073 h 6987926"/>
              <a:gd name="connsiteX4" fmla="*/ 10785474 w 12209642"/>
              <a:gd name="connsiteY4" fmla="*/ 963452 h 6987926"/>
              <a:gd name="connsiteX5" fmla="*/ 10856104 w 12209642"/>
              <a:gd name="connsiteY5" fmla="*/ 1034082 h 6987926"/>
              <a:gd name="connsiteX6" fmla="*/ 11633911 w 12209642"/>
              <a:gd name="connsiteY6" fmla="*/ 1034082 h 6987926"/>
              <a:gd name="connsiteX7" fmla="*/ 11704541 w 12209642"/>
              <a:gd name="connsiteY7" fmla="*/ 963452 h 6987926"/>
              <a:gd name="connsiteX8" fmla="*/ 11704541 w 12209642"/>
              <a:gd name="connsiteY8" fmla="*/ 150472 h 6987926"/>
              <a:gd name="connsiteX9" fmla="*/ 12200794 w 12209642"/>
              <a:gd name="connsiteY9" fmla="*/ 150502 h 6987926"/>
              <a:gd name="connsiteX10" fmla="*/ 12187652 w 12209642"/>
              <a:gd name="connsiteY10" fmla="*/ 6769938 h 6987926"/>
              <a:gd name="connsiteX11" fmla="*/ 3175 w 12209642"/>
              <a:gd name="connsiteY11" fmla="*/ 6762581 h 6987926"/>
              <a:gd name="connsiteX12" fmla="*/ 0 w 12209642"/>
              <a:gd name="connsiteY12" fmla="*/ 239322 h 6987926"/>
              <a:gd name="connsiteX13" fmla="*/ 4173849 w 12209642"/>
              <a:gd name="connsiteY13" fmla="*/ 0 h 6987926"/>
              <a:gd name="connsiteX0" fmla="*/ 4173849 w 12209642"/>
              <a:gd name="connsiteY0" fmla="*/ 0 h 6804681"/>
              <a:gd name="connsiteX1" fmla="*/ 5864223 w 12209642"/>
              <a:gd name="connsiteY1" fmla="*/ 18413 h 6804681"/>
              <a:gd name="connsiteX2" fmla="*/ 10334943 w 12209642"/>
              <a:gd name="connsiteY2" fmla="*/ 134890 h 6804681"/>
              <a:gd name="connsiteX3" fmla="*/ 10785474 w 12209642"/>
              <a:gd name="connsiteY3" fmla="*/ 141073 h 6804681"/>
              <a:gd name="connsiteX4" fmla="*/ 10785474 w 12209642"/>
              <a:gd name="connsiteY4" fmla="*/ 963452 h 6804681"/>
              <a:gd name="connsiteX5" fmla="*/ 10856104 w 12209642"/>
              <a:gd name="connsiteY5" fmla="*/ 1034082 h 6804681"/>
              <a:gd name="connsiteX6" fmla="*/ 11633911 w 12209642"/>
              <a:gd name="connsiteY6" fmla="*/ 1034082 h 6804681"/>
              <a:gd name="connsiteX7" fmla="*/ 11704541 w 12209642"/>
              <a:gd name="connsiteY7" fmla="*/ 963452 h 6804681"/>
              <a:gd name="connsiteX8" fmla="*/ 11704541 w 12209642"/>
              <a:gd name="connsiteY8" fmla="*/ 150472 h 6804681"/>
              <a:gd name="connsiteX9" fmla="*/ 12200794 w 12209642"/>
              <a:gd name="connsiteY9" fmla="*/ 150502 h 6804681"/>
              <a:gd name="connsiteX10" fmla="*/ 12187652 w 12209642"/>
              <a:gd name="connsiteY10" fmla="*/ 6769938 h 6804681"/>
              <a:gd name="connsiteX11" fmla="*/ 3175 w 12209642"/>
              <a:gd name="connsiteY11" fmla="*/ 6762581 h 6804681"/>
              <a:gd name="connsiteX12" fmla="*/ 0 w 12209642"/>
              <a:gd name="connsiteY12" fmla="*/ 239322 h 6804681"/>
              <a:gd name="connsiteX13" fmla="*/ 4173849 w 12209642"/>
              <a:gd name="connsiteY13" fmla="*/ 0 h 6804681"/>
              <a:gd name="connsiteX0" fmla="*/ 4173849 w 12209642"/>
              <a:gd name="connsiteY0" fmla="*/ 0 h 6769938"/>
              <a:gd name="connsiteX1" fmla="*/ 5864223 w 12209642"/>
              <a:gd name="connsiteY1" fmla="*/ 18413 h 6769938"/>
              <a:gd name="connsiteX2" fmla="*/ 10334943 w 12209642"/>
              <a:gd name="connsiteY2" fmla="*/ 134890 h 6769938"/>
              <a:gd name="connsiteX3" fmla="*/ 10785474 w 12209642"/>
              <a:gd name="connsiteY3" fmla="*/ 141073 h 6769938"/>
              <a:gd name="connsiteX4" fmla="*/ 10785474 w 12209642"/>
              <a:gd name="connsiteY4" fmla="*/ 963452 h 6769938"/>
              <a:gd name="connsiteX5" fmla="*/ 10856104 w 12209642"/>
              <a:gd name="connsiteY5" fmla="*/ 1034082 h 6769938"/>
              <a:gd name="connsiteX6" fmla="*/ 11633911 w 12209642"/>
              <a:gd name="connsiteY6" fmla="*/ 1034082 h 6769938"/>
              <a:gd name="connsiteX7" fmla="*/ 11704541 w 12209642"/>
              <a:gd name="connsiteY7" fmla="*/ 963452 h 6769938"/>
              <a:gd name="connsiteX8" fmla="*/ 11704541 w 12209642"/>
              <a:gd name="connsiteY8" fmla="*/ 150472 h 6769938"/>
              <a:gd name="connsiteX9" fmla="*/ 12200794 w 12209642"/>
              <a:gd name="connsiteY9" fmla="*/ 150502 h 6769938"/>
              <a:gd name="connsiteX10" fmla="*/ 12187652 w 12209642"/>
              <a:gd name="connsiteY10" fmla="*/ 6769938 h 6769938"/>
              <a:gd name="connsiteX11" fmla="*/ 3175 w 12209642"/>
              <a:gd name="connsiteY11" fmla="*/ 6762581 h 6769938"/>
              <a:gd name="connsiteX12" fmla="*/ 0 w 12209642"/>
              <a:gd name="connsiteY12" fmla="*/ 239322 h 6769938"/>
              <a:gd name="connsiteX13" fmla="*/ 4173849 w 12209642"/>
              <a:gd name="connsiteY13" fmla="*/ 0 h 6769938"/>
              <a:gd name="connsiteX0" fmla="*/ 4173849 w 12209642"/>
              <a:gd name="connsiteY0" fmla="*/ 0 h 6769938"/>
              <a:gd name="connsiteX1" fmla="*/ 5864223 w 12209642"/>
              <a:gd name="connsiteY1" fmla="*/ 18413 h 6769938"/>
              <a:gd name="connsiteX2" fmla="*/ 10334943 w 12209642"/>
              <a:gd name="connsiteY2" fmla="*/ 134890 h 6769938"/>
              <a:gd name="connsiteX3" fmla="*/ 10785474 w 12209642"/>
              <a:gd name="connsiteY3" fmla="*/ 141073 h 6769938"/>
              <a:gd name="connsiteX4" fmla="*/ 10785474 w 12209642"/>
              <a:gd name="connsiteY4" fmla="*/ 963452 h 6769938"/>
              <a:gd name="connsiteX5" fmla="*/ 10856104 w 12209642"/>
              <a:gd name="connsiteY5" fmla="*/ 1034082 h 6769938"/>
              <a:gd name="connsiteX6" fmla="*/ 11633911 w 12209642"/>
              <a:gd name="connsiteY6" fmla="*/ 1034082 h 6769938"/>
              <a:gd name="connsiteX7" fmla="*/ 11704541 w 12209642"/>
              <a:gd name="connsiteY7" fmla="*/ 963452 h 6769938"/>
              <a:gd name="connsiteX8" fmla="*/ 11704541 w 12209642"/>
              <a:gd name="connsiteY8" fmla="*/ 150472 h 6769938"/>
              <a:gd name="connsiteX9" fmla="*/ 12200794 w 12209642"/>
              <a:gd name="connsiteY9" fmla="*/ 150502 h 6769938"/>
              <a:gd name="connsiteX10" fmla="*/ 12187652 w 12209642"/>
              <a:gd name="connsiteY10" fmla="*/ 6769938 h 6769938"/>
              <a:gd name="connsiteX11" fmla="*/ 3175 w 12209642"/>
              <a:gd name="connsiteY11" fmla="*/ 6762581 h 6769938"/>
              <a:gd name="connsiteX12" fmla="*/ 0 w 12209642"/>
              <a:gd name="connsiteY12" fmla="*/ 239322 h 6769938"/>
              <a:gd name="connsiteX13" fmla="*/ 4173849 w 12209642"/>
              <a:gd name="connsiteY13" fmla="*/ 0 h 6769938"/>
              <a:gd name="connsiteX0" fmla="*/ 4173849 w 12214290"/>
              <a:gd name="connsiteY0" fmla="*/ 0 h 6769938"/>
              <a:gd name="connsiteX1" fmla="*/ 5864223 w 12214290"/>
              <a:gd name="connsiteY1" fmla="*/ 18413 h 6769938"/>
              <a:gd name="connsiteX2" fmla="*/ 10334943 w 12214290"/>
              <a:gd name="connsiteY2" fmla="*/ 134890 h 6769938"/>
              <a:gd name="connsiteX3" fmla="*/ 10785474 w 12214290"/>
              <a:gd name="connsiteY3" fmla="*/ 141073 h 6769938"/>
              <a:gd name="connsiteX4" fmla="*/ 10785474 w 12214290"/>
              <a:gd name="connsiteY4" fmla="*/ 963452 h 6769938"/>
              <a:gd name="connsiteX5" fmla="*/ 10856104 w 12214290"/>
              <a:gd name="connsiteY5" fmla="*/ 1034082 h 6769938"/>
              <a:gd name="connsiteX6" fmla="*/ 11633911 w 12214290"/>
              <a:gd name="connsiteY6" fmla="*/ 1034082 h 6769938"/>
              <a:gd name="connsiteX7" fmla="*/ 11704541 w 12214290"/>
              <a:gd name="connsiteY7" fmla="*/ 963452 h 6769938"/>
              <a:gd name="connsiteX8" fmla="*/ 11704541 w 12214290"/>
              <a:gd name="connsiteY8" fmla="*/ 150472 h 6769938"/>
              <a:gd name="connsiteX9" fmla="*/ 12200794 w 12214290"/>
              <a:gd name="connsiteY9" fmla="*/ 150502 h 6769938"/>
              <a:gd name="connsiteX10" fmla="*/ 12202401 w 12214290"/>
              <a:gd name="connsiteY10" fmla="*/ 6769938 h 6769938"/>
              <a:gd name="connsiteX11" fmla="*/ 3175 w 12214290"/>
              <a:gd name="connsiteY11" fmla="*/ 6762581 h 6769938"/>
              <a:gd name="connsiteX12" fmla="*/ 0 w 12214290"/>
              <a:gd name="connsiteY12" fmla="*/ 239322 h 6769938"/>
              <a:gd name="connsiteX13" fmla="*/ 4173849 w 12214290"/>
              <a:gd name="connsiteY13" fmla="*/ 0 h 6769938"/>
              <a:gd name="connsiteX0" fmla="*/ 4233484 w 12273925"/>
              <a:gd name="connsiteY0" fmla="*/ 0 h 6769938"/>
              <a:gd name="connsiteX1" fmla="*/ 5923858 w 12273925"/>
              <a:gd name="connsiteY1" fmla="*/ 18413 h 6769938"/>
              <a:gd name="connsiteX2" fmla="*/ 10394578 w 12273925"/>
              <a:gd name="connsiteY2" fmla="*/ 134890 h 6769938"/>
              <a:gd name="connsiteX3" fmla="*/ 10845109 w 12273925"/>
              <a:gd name="connsiteY3" fmla="*/ 141073 h 6769938"/>
              <a:gd name="connsiteX4" fmla="*/ 10845109 w 12273925"/>
              <a:gd name="connsiteY4" fmla="*/ 963452 h 6769938"/>
              <a:gd name="connsiteX5" fmla="*/ 10915739 w 12273925"/>
              <a:gd name="connsiteY5" fmla="*/ 1034082 h 6769938"/>
              <a:gd name="connsiteX6" fmla="*/ 11693546 w 12273925"/>
              <a:gd name="connsiteY6" fmla="*/ 1034082 h 6769938"/>
              <a:gd name="connsiteX7" fmla="*/ 11764176 w 12273925"/>
              <a:gd name="connsiteY7" fmla="*/ 963452 h 6769938"/>
              <a:gd name="connsiteX8" fmla="*/ 11764176 w 12273925"/>
              <a:gd name="connsiteY8" fmla="*/ 150472 h 6769938"/>
              <a:gd name="connsiteX9" fmla="*/ 12260429 w 12273925"/>
              <a:gd name="connsiteY9" fmla="*/ 150502 h 6769938"/>
              <a:gd name="connsiteX10" fmla="*/ 12262036 w 12273925"/>
              <a:gd name="connsiteY10" fmla="*/ 6769938 h 6769938"/>
              <a:gd name="connsiteX11" fmla="*/ 62810 w 12273925"/>
              <a:gd name="connsiteY11" fmla="*/ 6762581 h 6769938"/>
              <a:gd name="connsiteX12" fmla="*/ 0 w 12273925"/>
              <a:gd name="connsiteY12" fmla="*/ 239322 h 6769938"/>
              <a:gd name="connsiteX13" fmla="*/ 4233484 w 12273925"/>
              <a:gd name="connsiteY13" fmla="*/ 0 h 6769938"/>
              <a:gd name="connsiteX0" fmla="*/ 4240335 w 12280776"/>
              <a:gd name="connsiteY0" fmla="*/ 0 h 6812277"/>
              <a:gd name="connsiteX1" fmla="*/ 5930709 w 12280776"/>
              <a:gd name="connsiteY1" fmla="*/ 18413 h 6812277"/>
              <a:gd name="connsiteX2" fmla="*/ 10401429 w 12280776"/>
              <a:gd name="connsiteY2" fmla="*/ 134890 h 6812277"/>
              <a:gd name="connsiteX3" fmla="*/ 10851960 w 12280776"/>
              <a:gd name="connsiteY3" fmla="*/ 141073 h 6812277"/>
              <a:gd name="connsiteX4" fmla="*/ 10851960 w 12280776"/>
              <a:gd name="connsiteY4" fmla="*/ 963452 h 6812277"/>
              <a:gd name="connsiteX5" fmla="*/ 10922590 w 12280776"/>
              <a:gd name="connsiteY5" fmla="*/ 1034082 h 6812277"/>
              <a:gd name="connsiteX6" fmla="*/ 11700397 w 12280776"/>
              <a:gd name="connsiteY6" fmla="*/ 1034082 h 6812277"/>
              <a:gd name="connsiteX7" fmla="*/ 11771027 w 12280776"/>
              <a:gd name="connsiteY7" fmla="*/ 963452 h 6812277"/>
              <a:gd name="connsiteX8" fmla="*/ 11771027 w 12280776"/>
              <a:gd name="connsiteY8" fmla="*/ 150472 h 6812277"/>
              <a:gd name="connsiteX9" fmla="*/ 12267280 w 12280776"/>
              <a:gd name="connsiteY9" fmla="*/ 150502 h 6812277"/>
              <a:gd name="connsiteX10" fmla="*/ 12268887 w 12280776"/>
              <a:gd name="connsiteY10" fmla="*/ 6769938 h 6812277"/>
              <a:gd name="connsiteX11" fmla="*/ 87 w 12280776"/>
              <a:gd name="connsiteY11" fmla="*/ 6812277 h 6812277"/>
              <a:gd name="connsiteX12" fmla="*/ 6851 w 12280776"/>
              <a:gd name="connsiteY12" fmla="*/ 239322 h 6812277"/>
              <a:gd name="connsiteX13" fmla="*/ 4240335 w 12280776"/>
              <a:gd name="connsiteY13" fmla="*/ 0 h 6812277"/>
              <a:gd name="connsiteX0" fmla="*/ 4240335 w 12320827"/>
              <a:gd name="connsiteY0" fmla="*/ 0 h 6829573"/>
              <a:gd name="connsiteX1" fmla="*/ 5930709 w 12320827"/>
              <a:gd name="connsiteY1" fmla="*/ 18413 h 6829573"/>
              <a:gd name="connsiteX2" fmla="*/ 10401429 w 12320827"/>
              <a:gd name="connsiteY2" fmla="*/ 134890 h 6829573"/>
              <a:gd name="connsiteX3" fmla="*/ 10851960 w 12320827"/>
              <a:gd name="connsiteY3" fmla="*/ 141073 h 6829573"/>
              <a:gd name="connsiteX4" fmla="*/ 10851960 w 12320827"/>
              <a:gd name="connsiteY4" fmla="*/ 963452 h 6829573"/>
              <a:gd name="connsiteX5" fmla="*/ 10922590 w 12320827"/>
              <a:gd name="connsiteY5" fmla="*/ 1034082 h 6829573"/>
              <a:gd name="connsiteX6" fmla="*/ 11700397 w 12320827"/>
              <a:gd name="connsiteY6" fmla="*/ 1034082 h 6829573"/>
              <a:gd name="connsiteX7" fmla="*/ 11771027 w 12320827"/>
              <a:gd name="connsiteY7" fmla="*/ 963452 h 6829573"/>
              <a:gd name="connsiteX8" fmla="*/ 11771027 w 12320827"/>
              <a:gd name="connsiteY8" fmla="*/ 150472 h 6829573"/>
              <a:gd name="connsiteX9" fmla="*/ 12267280 w 12320827"/>
              <a:gd name="connsiteY9" fmla="*/ 150502 h 6829573"/>
              <a:gd name="connsiteX10" fmla="*/ 12318583 w 12320827"/>
              <a:gd name="connsiteY10" fmla="*/ 6829573 h 6829573"/>
              <a:gd name="connsiteX11" fmla="*/ 87 w 12320827"/>
              <a:gd name="connsiteY11" fmla="*/ 6812277 h 6829573"/>
              <a:gd name="connsiteX12" fmla="*/ 6851 w 12320827"/>
              <a:gd name="connsiteY12" fmla="*/ 239322 h 6829573"/>
              <a:gd name="connsiteX13" fmla="*/ 4240335 w 12320827"/>
              <a:gd name="connsiteY13" fmla="*/ 0 h 6829573"/>
              <a:gd name="connsiteX0" fmla="*/ 4240335 w 12336936"/>
              <a:gd name="connsiteY0" fmla="*/ 0 h 6829573"/>
              <a:gd name="connsiteX1" fmla="*/ 5930709 w 12336936"/>
              <a:gd name="connsiteY1" fmla="*/ 18413 h 6829573"/>
              <a:gd name="connsiteX2" fmla="*/ 10401429 w 12336936"/>
              <a:gd name="connsiteY2" fmla="*/ 134890 h 6829573"/>
              <a:gd name="connsiteX3" fmla="*/ 10851960 w 12336936"/>
              <a:gd name="connsiteY3" fmla="*/ 141073 h 6829573"/>
              <a:gd name="connsiteX4" fmla="*/ 10851960 w 12336936"/>
              <a:gd name="connsiteY4" fmla="*/ 963452 h 6829573"/>
              <a:gd name="connsiteX5" fmla="*/ 10922590 w 12336936"/>
              <a:gd name="connsiteY5" fmla="*/ 1034082 h 6829573"/>
              <a:gd name="connsiteX6" fmla="*/ 11700397 w 12336936"/>
              <a:gd name="connsiteY6" fmla="*/ 1034082 h 6829573"/>
              <a:gd name="connsiteX7" fmla="*/ 11771027 w 12336936"/>
              <a:gd name="connsiteY7" fmla="*/ 963452 h 6829573"/>
              <a:gd name="connsiteX8" fmla="*/ 11771027 w 12336936"/>
              <a:gd name="connsiteY8" fmla="*/ 150472 h 6829573"/>
              <a:gd name="connsiteX9" fmla="*/ 12326915 w 12336936"/>
              <a:gd name="connsiteY9" fmla="*/ 150502 h 6829573"/>
              <a:gd name="connsiteX10" fmla="*/ 12318583 w 12336936"/>
              <a:gd name="connsiteY10" fmla="*/ 6829573 h 6829573"/>
              <a:gd name="connsiteX11" fmla="*/ 87 w 12336936"/>
              <a:gd name="connsiteY11" fmla="*/ 6812277 h 6829573"/>
              <a:gd name="connsiteX12" fmla="*/ 6851 w 12336936"/>
              <a:gd name="connsiteY12" fmla="*/ 239322 h 6829573"/>
              <a:gd name="connsiteX13" fmla="*/ 4240335 w 12336936"/>
              <a:gd name="connsiteY13" fmla="*/ 0 h 682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336936" h="6829573">
                <a:moveTo>
                  <a:pt x="4240335" y="0"/>
                </a:moveTo>
                <a:lnTo>
                  <a:pt x="5930709" y="18413"/>
                </a:lnTo>
                <a:lnTo>
                  <a:pt x="10401429" y="134890"/>
                </a:lnTo>
                <a:lnTo>
                  <a:pt x="10851960" y="141073"/>
                </a:lnTo>
                <a:lnTo>
                  <a:pt x="10851960" y="963452"/>
                </a:lnTo>
                <a:cubicBezTo>
                  <a:pt x="10851960" y="1002460"/>
                  <a:pt x="10883582" y="1034082"/>
                  <a:pt x="10922590" y="1034082"/>
                </a:cubicBezTo>
                <a:lnTo>
                  <a:pt x="11700397" y="1034082"/>
                </a:lnTo>
                <a:cubicBezTo>
                  <a:pt x="11739405" y="1034082"/>
                  <a:pt x="11771027" y="1002460"/>
                  <a:pt x="11771027" y="963452"/>
                </a:cubicBezTo>
                <a:lnTo>
                  <a:pt x="11771027" y="150472"/>
                </a:lnTo>
                <a:lnTo>
                  <a:pt x="12326915" y="150502"/>
                </a:lnTo>
                <a:cubicBezTo>
                  <a:pt x="12348072" y="2609991"/>
                  <a:pt x="12331055" y="4636061"/>
                  <a:pt x="12318583" y="6829573"/>
                </a:cubicBezTo>
                <a:lnTo>
                  <a:pt x="87" y="6812277"/>
                </a:lnTo>
                <a:cubicBezTo>
                  <a:pt x="-971" y="4741574"/>
                  <a:pt x="7909" y="2310025"/>
                  <a:pt x="6851" y="239322"/>
                </a:cubicBezTo>
                <a:cubicBezTo>
                  <a:pt x="1488205" y="69395"/>
                  <a:pt x="3379530" y="9793"/>
                  <a:pt x="4240335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nb-NO" dirty="0"/>
            </a:br>
            <a:r>
              <a:rPr lang="nb-NO" dirty="0"/>
              <a:t>           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B4EA86-E703-DC40-81E1-563572BAE5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7736" y="1623379"/>
            <a:ext cx="10296525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4B741-2AD2-8F4D-996C-F33E5B10A7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276" y="3872435"/>
            <a:ext cx="8593137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images </a:t>
            </a:r>
            <a:r>
              <a:rPr lang="nb-NO" dirty="0" err="1"/>
              <a:t>influences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. Place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contrast is best.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4069028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665E623C-94E5-8945-9866-E6D264106E59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-3173" y="89537"/>
            <a:ext cx="12209642" cy="6776288"/>
          </a:xfrm>
          <a:custGeom>
            <a:avLst/>
            <a:gdLst>
              <a:gd name="connsiteX0" fmla="*/ 4173849 w 12213430"/>
              <a:gd name="connsiteY0" fmla="*/ 0 h 6668949"/>
              <a:gd name="connsiteX1" fmla="*/ 5864223 w 12213430"/>
              <a:gd name="connsiteY1" fmla="*/ 18413 h 6668949"/>
              <a:gd name="connsiteX2" fmla="*/ 10334943 w 12213430"/>
              <a:gd name="connsiteY2" fmla="*/ 134890 h 6668949"/>
              <a:gd name="connsiteX3" fmla="*/ 10785474 w 12213430"/>
              <a:gd name="connsiteY3" fmla="*/ 141073 h 6668949"/>
              <a:gd name="connsiteX4" fmla="*/ 10785474 w 12213430"/>
              <a:gd name="connsiteY4" fmla="*/ 963452 h 6668949"/>
              <a:gd name="connsiteX5" fmla="*/ 10856104 w 12213430"/>
              <a:gd name="connsiteY5" fmla="*/ 1034082 h 6668949"/>
              <a:gd name="connsiteX6" fmla="*/ 11633911 w 12213430"/>
              <a:gd name="connsiteY6" fmla="*/ 1034082 h 6668949"/>
              <a:gd name="connsiteX7" fmla="*/ 11704541 w 12213430"/>
              <a:gd name="connsiteY7" fmla="*/ 963452 h 6668949"/>
              <a:gd name="connsiteX8" fmla="*/ 11704541 w 12213430"/>
              <a:gd name="connsiteY8" fmla="*/ 150472 h 6668949"/>
              <a:gd name="connsiteX9" fmla="*/ 12200794 w 12213430"/>
              <a:gd name="connsiteY9" fmla="*/ 150502 h 6668949"/>
              <a:gd name="connsiteX10" fmla="*/ 12200352 w 12213430"/>
              <a:gd name="connsiteY10" fmla="*/ 6427038 h 6668949"/>
              <a:gd name="connsiteX11" fmla="*/ 3175 w 12213430"/>
              <a:gd name="connsiteY11" fmla="*/ 6521281 h 6668949"/>
              <a:gd name="connsiteX12" fmla="*/ 0 w 12213430"/>
              <a:gd name="connsiteY12" fmla="*/ 239322 h 6668949"/>
              <a:gd name="connsiteX13" fmla="*/ 4173849 w 12213430"/>
              <a:gd name="connsiteY13" fmla="*/ 0 h 6668949"/>
              <a:gd name="connsiteX0" fmla="*/ 4173849 w 12213430"/>
              <a:gd name="connsiteY0" fmla="*/ 0 h 6785189"/>
              <a:gd name="connsiteX1" fmla="*/ 5864223 w 12213430"/>
              <a:gd name="connsiteY1" fmla="*/ 18413 h 6785189"/>
              <a:gd name="connsiteX2" fmla="*/ 10334943 w 12213430"/>
              <a:gd name="connsiteY2" fmla="*/ 134890 h 6785189"/>
              <a:gd name="connsiteX3" fmla="*/ 10785474 w 12213430"/>
              <a:gd name="connsiteY3" fmla="*/ 141073 h 6785189"/>
              <a:gd name="connsiteX4" fmla="*/ 10785474 w 12213430"/>
              <a:gd name="connsiteY4" fmla="*/ 963452 h 6785189"/>
              <a:gd name="connsiteX5" fmla="*/ 10856104 w 12213430"/>
              <a:gd name="connsiteY5" fmla="*/ 1034082 h 6785189"/>
              <a:gd name="connsiteX6" fmla="*/ 11633911 w 12213430"/>
              <a:gd name="connsiteY6" fmla="*/ 1034082 h 6785189"/>
              <a:gd name="connsiteX7" fmla="*/ 11704541 w 12213430"/>
              <a:gd name="connsiteY7" fmla="*/ 963452 h 6785189"/>
              <a:gd name="connsiteX8" fmla="*/ 11704541 w 12213430"/>
              <a:gd name="connsiteY8" fmla="*/ 150472 h 6785189"/>
              <a:gd name="connsiteX9" fmla="*/ 12200794 w 12213430"/>
              <a:gd name="connsiteY9" fmla="*/ 150502 h 6785189"/>
              <a:gd name="connsiteX10" fmla="*/ 12200352 w 12213430"/>
              <a:gd name="connsiteY10" fmla="*/ 6427038 h 6785189"/>
              <a:gd name="connsiteX11" fmla="*/ 3175 w 12213430"/>
              <a:gd name="connsiteY11" fmla="*/ 6775281 h 6785189"/>
              <a:gd name="connsiteX12" fmla="*/ 0 w 12213430"/>
              <a:gd name="connsiteY12" fmla="*/ 239322 h 6785189"/>
              <a:gd name="connsiteX13" fmla="*/ 4173849 w 12213430"/>
              <a:gd name="connsiteY13" fmla="*/ 0 h 6785189"/>
              <a:gd name="connsiteX0" fmla="*/ 4173849 w 12213430"/>
              <a:gd name="connsiteY0" fmla="*/ 0 h 6775281"/>
              <a:gd name="connsiteX1" fmla="*/ 5864223 w 12213430"/>
              <a:gd name="connsiteY1" fmla="*/ 18413 h 6775281"/>
              <a:gd name="connsiteX2" fmla="*/ 10334943 w 12213430"/>
              <a:gd name="connsiteY2" fmla="*/ 134890 h 6775281"/>
              <a:gd name="connsiteX3" fmla="*/ 10785474 w 12213430"/>
              <a:gd name="connsiteY3" fmla="*/ 141073 h 6775281"/>
              <a:gd name="connsiteX4" fmla="*/ 10785474 w 12213430"/>
              <a:gd name="connsiteY4" fmla="*/ 963452 h 6775281"/>
              <a:gd name="connsiteX5" fmla="*/ 10856104 w 12213430"/>
              <a:gd name="connsiteY5" fmla="*/ 1034082 h 6775281"/>
              <a:gd name="connsiteX6" fmla="*/ 11633911 w 12213430"/>
              <a:gd name="connsiteY6" fmla="*/ 1034082 h 6775281"/>
              <a:gd name="connsiteX7" fmla="*/ 11704541 w 12213430"/>
              <a:gd name="connsiteY7" fmla="*/ 963452 h 6775281"/>
              <a:gd name="connsiteX8" fmla="*/ 11704541 w 12213430"/>
              <a:gd name="connsiteY8" fmla="*/ 150472 h 6775281"/>
              <a:gd name="connsiteX9" fmla="*/ 12200794 w 12213430"/>
              <a:gd name="connsiteY9" fmla="*/ 150502 h 6775281"/>
              <a:gd name="connsiteX10" fmla="*/ 12200352 w 12213430"/>
              <a:gd name="connsiteY10" fmla="*/ 6427038 h 6775281"/>
              <a:gd name="connsiteX11" fmla="*/ 3175 w 12213430"/>
              <a:gd name="connsiteY11" fmla="*/ 6775281 h 6775281"/>
              <a:gd name="connsiteX12" fmla="*/ 0 w 12213430"/>
              <a:gd name="connsiteY12" fmla="*/ 239322 h 6775281"/>
              <a:gd name="connsiteX13" fmla="*/ 4173849 w 12213430"/>
              <a:gd name="connsiteY13" fmla="*/ 0 h 6775281"/>
              <a:gd name="connsiteX0" fmla="*/ 4173849 w 12209642"/>
              <a:gd name="connsiteY0" fmla="*/ 0 h 6776288"/>
              <a:gd name="connsiteX1" fmla="*/ 5864223 w 12209642"/>
              <a:gd name="connsiteY1" fmla="*/ 18413 h 6776288"/>
              <a:gd name="connsiteX2" fmla="*/ 10334943 w 12209642"/>
              <a:gd name="connsiteY2" fmla="*/ 134890 h 6776288"/>
              <a:gd name="connsiteX3" fmla="*/ 10785474 w 12209642"/>
              <a:gd name="connsiteY3" fmla="*/ 141073 h 6776288"/>
              <a:gd name="connsiteX4" fmla="*/ 10785474 w 12209642"/>
              <a:gd name="connsiteY4" fmla="*/ 963452 h 6776288"/>
              <a:gd name="connsiteX5" fmla="*/ 10856104 w 12209642"/>
              <a:gd name="connsiteY5" fmla="*/ 1034082 h 6776288"/>
              <a:gd name="connsiteX6" fmla="*/ 11633911 w 12209642"/>
              <a:gd name="connsiteY6" fmla="*/ 1034082 h 6776288"/>
              <a:gd name="connsiteX7" fmla="*/ 11704541 w 12209642"/>
              <a:gd name="connsiteY7" fmla="*/ 963452 h 6776288"/>
              <a:gd name="connsiteX8" fmla="*/ 11704541 w 12209642"/>
              <a:gd name="connsiteY8" fmla="*/ 150472 h 6776288"/>
              <a:gd name="connsiteX9" fmla="*/ 12200794 w 12209642"/>
              <a:gd name="connsiteY9" fmla="*/ 150502 h 6776288"/>
              <a:gd name="connsiteX10" fmla="*/ 12187652 w 12209642"/>
              <a:gd name="connsiteY10" fmla="*/ 6776288 h 6776288"/>
              <a:gd name="connsiteX11" fmla="*/ 3175 w 12209642"/>
              <a:gd name="connsiteY11" fmla="*/ 6775281 h 6776288"/>
              <a:gd name="connsiteX12" fmla="*/ 0 w 12209642"/>
              <a:gd name="connsiteY12" fmla="*/ 239322 h 6776288"/>
              <a:gd name="connsiteX13" fmla="*/ 4173849 w 12209642"/>
              <a:gd name="connsiteY13" fmla="*/ 0 h 67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9642" h="6776288">
                <a:moveTo>
                  <a:pt x="4173849" y="0"/>
                </a:moveTo>
                <a:lnTo>
                  <a:pt x="5864223" y="18413"/>
                </a:lnTo>
                <a:lnTo>
                  <a:pt x="10334943" y="134890"/>
                </a:lnTo>
                <a:lnTo>
                  <a:pt x="10785474" y="141073"/>
                </a:lnTo>
                <a:lnTo>
                  <a:pt x="10785474" y="963452"/>
                </a:lnTo>
                <a:cubicBezTo>
                  <a:pt x="10785474" y="1002460"/>
                  <a:pt x="10817096" y="1034082"/>
                  <a:pt x="10856104" y="1034082"/>
                </a:cubicBezTo>
                <a:lnTo>
                  <a:pt x="11633911" y="1034082"/>
                </a:lnTo>
                <a:cubicBezTo>
                  <a:pt x="11672919" y="1034082"/>
                  <a:pt x="11704541" y="1002460"/>
                  <a:pt x="11704541" y="963452"/>
                </a:cubicBezTo>
                <a:lnTo>
                  <a:pt x="11704541" y="150472"/>
                </a:lnTo>
                <a:lnTo>
                  <a:pt x="12200794" y="150502"/>
                </a:lnTo>
                <a:cubicBezTo>
                  <a:pt x="12221951" y="2609991"/>
                  <a:pt x="12200124" y="4582776"/>
                  <a:pt x="12187652" y="6776288"/>
                </a:cubicBezTo>
                <a:lnTo>
                  <a:pt x="3175" y="6775281"/>
                </a:lnTo>
                <a:cubicBezTo>
                  <a:pt x="2117" y="4704578"/>
                  <a:pt x="1058" y="2310025"/>
                  <a:pt x="0" y="239322"/>
                </a:cubicBezTo>
                <a:cubicBezTo>
                  <a:pt x="1481354" y="69395"/>
                  <a:pt x="3313044" y="9793"/>
                  <a:pt x="4173849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	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video</a:t>
            </a:r>
          </a:p>
        </p:txBody>
      </p:sp>
    </p:spTree>
    <p:extLst>
      <p:ext uri="{BB962C8B-B14F-4D97-AF65-F5344CB8AC3E}">
        <p14:creationId xmlns:p14="http://schemas.microsoft.com/office/powerpoint/2010/main" val="121336005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rå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76C7B2-1516-3E4F-A044-785CAEBB681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98662" y="206093"/>
            <a:ext cx="4047047" cy="6674891"/>
          </a:xfrm>
          <a:custGeom>
            <a:avLst/>
            <a:gdLst>
              <a:gd name="connsiteX0" fmla="*/ 1671904 w 4008947"/>
              <a:gd name="connsiteY0" fmla="*/ 0 h 6557775"/>
              <a:gd name="connsiteX1" fmla="*/ 3194878 w 4008947"/>
              <a:gd name="connsiteY1" fmla="*/ 36537 h 6557775"/>
              <a:gd name="connsiteX2" fmla="*/ 3342363 w 4008947"/>
              <a:gd name="connsiteY2" fmla="*/ 37168 h 6557775"/>
              <a:gd name="connsiteX3" fmla="*/ 3348713 w 4008947"/>
              <a:gd name="connsiteY3" fmla="*/ 850063 h 6557775"/>
              <a:gd name="connsiteX4" fmla="*/ 3416173 w 4008947"/>
              <a:gd name="connsiteY4" fmla="*/ 917523 h 6557775"/>
              <a:gd name="connsiteX5" fmla="*/ 4008947 w 4008947"/>
              <a:gd name="connsiteY5" fmla="*/ 917523 h 6557775"/>
              <a:gd name="connsiteX6" fmla="*/ 3700290 w 4008947"/>
              <a:gd name="connsiteY6" fmla="*/ 2138772 h 6557775"/>
              <a:gd name="connsiteX7" fmla="*/ 3696964 w 4008947"/>
              <a:gd name="connsiteY7" fmla="*/ 2138772 h 6557775"/>
              <a:gd name="connsiteX8" fmla="*/ 3142479 w 4008947"/>
              <a:gd name="connsiteY8" fmla="*/ 4349958 h 6557775"/>
              <a:gd name="connsiteX9" fmla="*/ 3143397 w 4008947"/>
              <a:gd name="connsiteY9" fmla="*/ 4349958 h 6557775"/>
              <a:gd name="connsiteX10" fmla="*/ 2610068 w 4008947"/>
              <a:gd name="connsiteY10" fmla="*/ 6495080 h 6557775"/>
              <a:gd name="connsiteX11" fmla="*/ 0 w 4008947"/>
              <a:gd name="connsiteY11" fmla="*/ 6549055 h 6557775"/>
              <a:gd name="connsiteX12" fmla="*/ 562632 w 4008947"/>
              <a:gd name="connsiteY12" fmla="*/ 4349958 h 6557775"/>
              <a:gd name="connsiteX13" fmla="*/ 560986 w 4008947"/>
              <a:gd name="connsiteY13" fmla="*/ 4349958 h 6557775"/>
              <a:gd name="connsiteX14" fmla="*/ 1117268 w 4008947"/>
              <a:gd name="connsiteY14" fmla="*/ 2134509 h 6557775"/>
              <a:gd name="connsiteX15" fmla="*/ 1119891 w 4008947"/>
              <a:gd name="connsiteY15" fmla="*/ 2134509 h 6557775"/>
              <a:gd name="connsiteX16" fmla="*/ 1257371 w 4008947"/>
              <a:gd name="connsiteY16" fmla="*/ 1598721 h 6557775"/>
              <a:gd name="connsiteX17" fmla="*/ 1671904 w 4008947"/>
              <a:gd name="connsiteY17" fmla="*/ 0 h 6557775"/>
              <a:gd name="connsiteX0" fmla="*/ 1671904 w 4008947"/>
              <a:gd name="connsiteY0" fmla="*/ 0 h 6663329"/>
              <a:gd name="connsiteX1" fmla="*/ 3194878 w 4008947"/>
              <a:gd name="connsiteY1" fmla="*/ 36537 h 6663329"/>
              <a:gd name="connsiteX2" fmla="*/ 3342363 w 4008947"/>
              <a:gd name="connsiteY2" fmla="*/ 37168 h 6663329"/>
              <a:gd name="connsiteX3" fmla="*/ 3348713 w 4008947"/>
              <a:gd name="connsiteY3" fmla="*/ 850063 h 6663329"/>
              <a:gd name="connsiteX4" fmla="*/ 3416173 w 4008947"/>
              <a:gd name="connsiteY4" fmla="*/ 917523 h 6663329"/>
              <a:gd name="connsiteX5" fmla="*/ 4008947 w 4008947"/>
              <a:gd name="connsiteY5" fmla="*/ 917523 h 6663329"/>
              <a:gd name="connsiteX6" fmla="*/ 3700290 w 4008947"/>
              <a:gd name="connsiteY6" fmla="*/ 2138772 h 6663329"/>
              <a:gd name="connsiteX7" fmla="*/ 3696964 w 4008947"/>
              <a:gd name="connsiteY7" fmla="*/ 2138772 h 6663329"/>
              <a:gd name="connsiteX8" fmla="*/ 3142479 w 4008947"/>
              <a:gd name="connsiteY8" fmla="*/ 4349958 h 6663329"/>
              <a:gd name="connsiteX9" fmla="*/ 3143397 w 4008947"/>
              <a:gd name="connsiteY9" fmla="*/ 4349958 h 6663329"/>
              <a:gd name="connsiteX10" fmla="*/ 2571968 w 4008947"/>
              <a:gd name="connsiteY10" fmla="*/ 6660180 h 6663329"/>
              <a:gd name="connsiteX11" fmla="*/ 0 w 4008947"/>
              <a:gd name="connsiteY11" fmla="*/ 6549055 h 6663329"/>
              <a:gd name="connsiteX12" fmla="*/ 562632 w 4008947"/>
              <a:gd name="connsiteY12" fmla="*/ 4349958 h 6663329"/>
              <a:gd name="connsiteX13" fmla="*/ 560986 w 4008947"/>
              <a:gd name="connsiteY13" fmla="*/ 4349958 h 6663329"/>
              <a:gd name="connsiteX14" fmla="*/ 1117268 w 4008947"/>
              <a:gd name="connsiteY14" fmla="*/ 2134509 h 6663329"/>
              <a:gd name="connsiteX15" fmla="*/ 1119891 w 4008947"/>
              <a:gd name="connsiteY15" fmla="*/ 2134509 h 6663329"/>
              <a:gd name="connsiteX16" fmla="*/ 1257371 w 4008947"/>
              <a:gd name="connsiteY16" fmla="*/ 1598721 h 6663329"/>
              <a:gd name="connsiteX17" fmla="*/ 1671904 w 4008947"/>
              <a:gd name="connsiteY17" fmla="*/ 0 h 6663329"/>
              <a:gd name="connsiteX0" fmla="*/ 1710004 w 4047047"/>
              <a:gd name="connsiteY0" fmla="*/ 0 h 6682432"/>
              <a:gd name="connsiteX1" fmla="*/ 3232978 w 4047047"/>
              <a:gd name="connsiteY1" fmla="*/ 36537 h 6682432"/>
              <a:gd name="connsiteX2" fmla="*/ 3380463 w 4047047"/>
              <a:gd name="connsiteY2" fmla="*/ 37168 h 6682432"/>
              <a:gd name="connsiteX3" fmla="*/ 3386813 w 4047047"/>
              <a:gd name="connsiteY3" fmla="*/ 850063 h 6682432"/>
              <a:gd name="connsiteX4" fmla="*/ 3454273 w 4047047"/>
              <a:gd name="connsiteY4" fmla="*/ 917523 h 6682432"/>
              <a:gd name="connsiteX5" fmla="*/ 4047047 w 4047047"/>
              <a:gd name="connsiteY5" fmla="*/ 917523 h 6682432"/>
              <a:gd name="connsiteX6" fmla="*/ 3738390 w 4047047"/>
              <a:gd name="connsiteY6" fmla="*/ 2138772 h 6682432"/>
              <a:gd name="connsiteX7" fmla="*/ 3735064 w 4047047"/>
              <a:gd name="connsiteY7" fmla="*/ 2138772 h 6682432"/>
              <a:gd name="connsiteX8" fmla="*/ 3180579 w 4047047"/>
              <a:gd name="connsiteY8" fmla="*/ 4349958 h 6682432"/>
              <a:gd name="connsiteX9" fmla="*/ 3181497 w 4047047"/>
              <a:gd name="connsiteY9" fmla="*/ 4349958 h 6682432"/>
              <a:gd name="connsiteX10" fmla="*/ 2610068 w 4047047"/>
              <a:gd name="connsiteY10" fmla="*/ 6660180 h 6682432"/>
              <a:gd name="connsiteX11" fmla="*/ 0 w 4047047"/>
              <a:gd name="connsiteY11" fmla="*/ 6663355 h 6682432"/>
              <a:gd name="connsiteX12" fmla="*/ 600732 w 4047047"/>
              <a:gd name="connsiteY12" fmla="*/ 4349958 h 6682432"/>
              <a:gd name="connsiteX13" fmla="*/ 599086 w 4047047"/>
              <a:gd name="connsiteY13" fmla="*/ 4349958 h 6682432"/>
              <a:gd name="connsiteX14" fmla="*/ 1155368 w 4047047"/>
              <a:gd name="connsiteY14" fmla="*/ 2134509 h 6682432"/>
              <a:gd name="connsiteX15" fmla="*/ 1157991 w 4047047"/>
              <a:gd name="connsiteY15" fmla="*/ 2134509 h 6682432"/>
              <a:gd name="connsiteX16" fmla="*/ 1295471 w 4047047"/>
              <a:gd name="connsiteY16" fmla="*/ 1598721 h 6682432"/>
              <a:gd name="connsiteX17" fmla="*/ 1710004 w 4047047"/>
              <a:gd name="connsiteY17" fmla="*/ 0 h 6682432"/>
              <a:gd name="connsiteX0" fmla="*/ 1710004 w 4047047"/>
              <a:gd name="connsiteY0" fmla="*/ 0 h 6674891"/>
              <a:gd name="connsiteX1" fmla="*/ 3232978 w 4047047"/>
              <a:gd name="connsiteY1" fmla="*/ 36537 h 6674891"/>
              <a:gd name="connsiteX2" fmla="*/ 3380463 w 4047047"/>
              <a:gd name="connsiteY2" fmla="*/ 37168 h 6674891"/>
              <a:gd name="connsiteX3" fmla="*/ 3386813 w 4047047"/>
              <a:gd name="connsiteY3" fmla="*/ 850063 h 6674891"/>
              <a:gd name="connsiteX4" fmla="*/ 3454273 w 4047047"/>
              <a:gd name="connsiteY4" fmla="*/ 917523 h 6674891"/>
              <a:gd name="connsiteX5" fmla="*/ 4047047 w 4047047"/>
              <a:gd name="connsiteY5" fmla="*/ 917523 h 6674891"/>
              <a:gd name="connsiteX6" fmla="*/ 3738390 w 4047047"/>
              <a:gd name="connsiteY6" fmla="*/ 2138772 h 6674891"/>
              <a:gd name="connsiteX7" fmla="*/ 3735064 w 4047047"/>
              <a:gd name="connsiteY7" fmla="*/ 2138772 h 6674891"/>
              <a:gd name="connsiteX8" fmla="*/ 3180579 w 4047047"/>
              <a:gd name="connsiteY8" fmla="*/ 4349958 h 6674891"/>
              <a:gd name="connsiteX9" fmla="*/ 3181497 w 4047047"/>
              <a:gd name="connsiteY9" fmla="*/ 4349958 h 6674891"/>
              <a:gd name="connsiteX10" fmla="*/ 2610068 w 4047047"/>
              <a:gd name="connsiteY10" fmla="*/ 6660180 h 6674891"/>
              <a:gd name="connsiteX11" fmla="*/ 0 w 4047047"/>
              <a:gd name="connsiteY11" fmla="*/ 6663355 h 6674891"/>
              <a:gd name="connsiteX12" fmla="*/ 600732 w 4047047"/>
              <a:gd name="connsiteY12" fmla="*/ 4349958 h 6674891"/>
              <a:gd name="connsiteX13" fmla="*/ 599086 w 4047047"/>
              <a:gd name="connsiteY13" fmla="*/ 4349958 h 6674891"/>
              <a:gd name="connsiteX14" fmla="*/ 1155368 w 4047047"/>
              <a:gd name="connsiteY14" fmla="*/ 2134509 h 6674891"/>
              <a:gd name="connsiteX15" fmla="*/ 1157991 w 4047047"/>
              <a:gd name="connsiteY15" fmla="*/ 2134509 h 6674891"/>
              <a:gd name="connsiteX16" fmla="*/ 1295471 w 4047047"/>
              <a:gd name="connsiteY16" fmla="*/ 1598721 h 6674891"/>
              <a:gd name="connsiteX17" fmla="*/ 1710004 w 4047047"/>
              <a:gd name="connsiteY17" fmla="*/ 0 h 667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047047" h="6674891">
                <a:moveTo>
                  <a:pt x="1710004" y="0"/>
                </a:moveTo>
                <a:lnTo>
                  <a:pt x="3232978" y="36537"/>
                </a:lnTo>
                <a:lnTo>
                  <a:pt x="3380463" y="37168"/>
                </a:lnTo>
                <a:cubicBezTo>
                  <a:pt x="3381521" y="304958"/>
                  <a:pt x="3385755" y="582273"/>
                  <a:pt x="3386813" y="850063"/>
                </a:cubicBezTo>
                <a:cubicBezTo>
                  <a:pt x="3386813" y="887320"/>
                  <a:pt x="3417016" y="917523"/>
                  <a:pt x="3454273" y="917523"/>
                </a:cubicBezTo>
                <a:lnTo>
                  <a:pt x="4047047" y="917523"/>
                </a:lnTo>
                <a:lnTo>
                  <a:pt x="3738390" y="2138772"/>
                </a:lnTo>
                <a:lnTo>
                  <a:pt x="3735064" y="2138772"/>
                </a:lnTo>
                <a:lnTo>
                  <a:pt x="3180579" y="4349958"/>
                </a:lnTo>
                <a:lnTo>
                  <a:pt x="3181497" y="4349958"/>
                </a:lnTo>
                <a:cubicBezTo>
                  <a:pt x="3003721" y="5064999"/>
                  <a:pt x="2787844" y="5945139"/>
                  <a:pt x="2610068" y="6660180"/>
                </a:cubicBezTo>
                <a:cubicBezTo>
                  <a:pt x="1682895" y="6682405"/>
                  <a:pt x="1060523" y="6676055"/>
                  <a:pt x="0" y="6663355"/>
                </a:cubicBezTo>
                <a:lnTo>
                  <a:pt x="600732" y="4349958"/>
                </a:lnTo>
                <a:lnTo>
                  <a:pt x="599086" y="4349958"/>
                </a:lnTo>
                <a:lnTo>
                  <a:pt x="1155368" y="2134509"/>
                </a:lnTo>
                <a:lnTo>
                  <a:pt x="1157991" y="2134509"/>
                </a:lnTo>
                <a:lnTo>
                  <a:pt x="1295471" y="1598721"/>
                </a:lnTo>
                <a:cubicBezTo>
                  <a:pt x="1433649" y="1065814"/>
                  <a:pt x="1570934" y="548981"/>
                  <a:pt x="1710004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		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B75A9EE-34F2-C04E-A6AA-1C79900F16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1906676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413EE75-C434-F048-A403-D8E34533E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7738" y="2796859"/>
            <a:ext cx="5563625" cy="26387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3474446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k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7" y="-11575"/>
            <a:ext cx="11145170" cy="6908972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>
            <a:cxnSpLocks/>
          </p:cNvCxnSpPr>
          <p:nvPr userDrawn="1"/>
        </p:nvCxnSpPr>
        <p:spPr>
          <a:xfrm>
            <a:off x="955119" y="3662651"/>
            <a:ext cx="615041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4003392"/>
            <a:ext cx="4339542" cy="94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 err="1"/>
              <a:t>Closing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or </a:t>
            </a:r>
            <a:r>
              <a:rPr lang="nb-NO" dirty="0" err="1"/>
              <a:t>perhaps</a:t>
            </a:r>
            <a:r>
              <a:rPr lang="nb-NO" dirty="0"/>
              <a:t> </a:t>
            </a:r>
            <a:r>
              <a:rPr lang="nb-NO" dirty="0" err="1"/>
              <a:t>contact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17A3FE-1B85-044F-8601-1722B646A412}"/>
              </a:ext>
            </a:extLst>
          </p:cNvPr>
          <p:cNvSpPr txBox="1"/>
          <p:nvPr userDrawn="1"/>
        </p:nvSpPr>
        <p:spPr>
          <a:xfrm>
            <a:off x="2907838" y="1564296"/>
            <a:ext cx="54668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 m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informa</a:t>
            </a:r>
            <a:r>
              <a:rPr lang="nb-NO" sz="4400" b="1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tion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NO" sz="5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NO" sz="280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www.ntnu.</a:t>
            </a:r>
            <a:r>
              <a:rPr lang="nb-NO" sz="280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edu</a:t>
            </a:r>
            <a:endParaRPr lang="en-NO" sz="280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5BF775BB-34B2-5BB8-ED01-97B2145D9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8ACAA394-6831-A527-E044-958492ACCACF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9E365887-CF20-77C7-D583-F0E233EC76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Sylinder 8">
            <a:extLst>
              <a:ext uri="{FF2B5EF4-FFF2-40B4-BE49-F238E27FC236}">
                <a16:creationId xmlns:a16="http://schemas.microsoft.com/office/drawing/2014/main" id="{D2026DA4-B8CA-CA68-EC42-669431F26132}"/>
              </a:ext>
            </a:extLst>
          </p:cNvPr>
          <p:cNvSpPr txBox="1"/>
          <p:nvPr userDrawn="1"/>
        </p:nvSpPr>
        <p:spPr>
          <a:xfrm>
            <a:off x="487013" y="6253788"/>
            <a:ext cx="597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 – first slide and this slide: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Gløshaugen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Mentz </a:t>
            </a:r>
            <a:r>
              <a:rPr lang="en-GB" sz="12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Indergaard</a:t>
            </a:r>
            <a:r>
              <a:rPr lang="en-GB" sz="12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Gjøvik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Espen </a:t>
            </a:r>
            <a:r>
              <a:rPr lang="en-GB" sz="1200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Taftø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Vestad/NTNU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|  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Ålesund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Sissel Basso/NTNU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Bilde 10" descr="QR code leading to www.ntnu.edu">
            <a:extLst>
              <a:ext uri="{FF2B5EF4-FFF2-40B4-BE49-F238E27FC236}">
                <a16:creationId xmlns:a16="http://schemas.microsoft.com/office/drawing/2014/main" id="{89A4F55F-B7A8-B6D7-AD6E-3CC712A997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4639" y="1586243"/>
            <a:ext cx="1973717" cy="18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4367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8" y="-11575"/>
            <a:ext cx="11182703" cy="6901254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/>
          <p:nvPr userDrawn="1"/>
        </p:nvCxnSpPr>
        <p:spPr>
          <a:xfrm>
            <a:off x="1753026" y="3427171"/>
            <a:ext cx="43395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5363" y="3741824"/>
            <a:ext cx="4339542" cy="19611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Opening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slide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Theme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title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here</a:t>
            </a: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Affiliation</a:t>
            </a:r>
            <a:r>
              <a:rPr kumimoji="0" lang="nb-NO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?</a:t>
            </a:r>
            <a:endParaRPr lang="nb-NO" dirty="0"/>
          </a:p>
        </p:txBody>
      </p:sp>
      <p:pic>
        <p:nvPicPr>
          <p:cNvPr id="2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AFF56E8A-6C89-19E3-F626-D0F5861D02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6A1E0FF7-4C82-E107-C00C-B9D964848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BB4DE21D-C703-97ED-6EC5-B9F9AD089E41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Bilde 8" descr="The logo of NTNU with the subtitle the norwegian university of science and technology">
            <a:extLst>
              <a:ext uri="{FF2B5EF4-FFF2-40B4-BE49-F238E27FC236}">
                <a16:creationId xmlns:a16="http://schemas.microsoft.com/office/drawing/2014/main" id="{6F972B09-A02B-A499-A69B-74A72710C1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1264" y="1031016"/>
            <a:ext cx="5397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0819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77643E1-60F5-9428-06A6-1C148E38DF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BF34CB79-8A6A-31DE-B83B-2EAF60EDB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95" y="1452095"/>
            <a:ext cx="11016867" cy="49950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AF9F6"/>
                </a:solidFill>
              </a:defRPr>
            </a:lvl1pPr>
            <a:lvl2pPr>
              <a:defRPr sz="2400">
                <a:solidFill>
                  <a:srgbClr val="FAF9F6"/>
                </a:solidFill>
              </a:defRPr>
            </a:lvl2pPr>
            <a:lvl3pPr>
              <a:defRPr sz="2100">
                <a:solidFill>
                  <a:srgbClr val="FAF9F6"/>
                </a:solidFill>
              </a:defRPr>
            </a:lvl3pPr>
            <a:lvl4pPr>
              <a:defRPr sz="1900">
                <a:solidFill>
                  <a:srgbClr val="FAF9F6"/>
                </a:solidFill>
              </a:defRPr>
            </a:lvl4pPr>
            <a:lvl5pPr>
              <a:defRPr sz="1700">
                <a:solidFill>
                  <a:srgbClr val="FAF9F6"/>
                </a:solidFill>
              </a:defRPr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edit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styles in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template</a:t>
            </a:r>
            <a:endParaRPr lang="nb-NO" dirty="0"/>
          </a:p>
          <a:p>
            <a:pPr lvl="1"/>
            <a:r>
              <a:rPr lang="nb-NO" dirty="0"/>
              <a:t>Second </a:t>
            </a:r>
            <a:r>
              <a:rPr lang="nb-NO" dirty="0" err="1"/>
              <a:t>level</a:t>
            </a:r>
            <a:endParaRPr lang="nb-NO" dirty="0"/>
          </a:p>
          <a:p>
            <a:pPr lvl="2"/>
            <a:r>
              <a:rPr lang="nb-NO" dirty="0"/>
              <a:t>Third </a:t>
            </a:r>
            <a:r>
              <a:rPr lang="nb-NO" dirty="0" err="1"/>
              <a:t>level</a:t>
            </a:r>
            <a:endParaRPr lang="nb-NO" dirty="0"/>
          </a:p>
          <a:p>
            <a:pPr lvl="3"/>
            <a:r>
              <a:rPr lang="nb-NO" dirty="0" err="1"/>
              <a:t>fourth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  <a:p>
            <a:pPr lvl="4"/>
            <a:r>
              <a:rPr lang="nb-NO" dirty="0" err="1"/>
              <a:t>fifth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2296063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923" y="2148369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FC2BC-32E9-144F-A493-1C7DD9278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4" y="93422"/>
            <a:ext cx="5564590" cy="6782286"/>
          </a:xfrm>
          <a:custGeom>
            <a:avLst/>
            <a:gdLst>
              <a:gd name="connsiteX0" fmla="*/ 0 w 5554663"/>
              <a:gd name="connsiteY0" fmla="*/ 0 h 4162425"/>
              <a:gd name="connsiteX1" fmla="*/ 5554663 w 5554663"/>
              <a:gd name="connsiteY1" fmla="*/ 0 h 4162425"/>
              <a:gd name="connsiteX2" fmla="*/ 5554663 w 5554663"/>
              <a:gd name="connsiteY2" fmla="*/ 4162425 h 4162425"/>
              <a:gd name="connsiteX3" fmla="*/ 0 w 5554663"/>
              <a:gd name="connsiteY3" fmla="*/ 4162425 h 4162425"/>
              <a:gd name="connsiteX4" fmla="*/ 0 w 5554663"/>
              <a:gd name="connsiteY4" fmla="*/ 0 h 4162425"/>
              <a:gd name="connsiteX0" fmla="*/ 0 w 5554663"/>
              <a:gd name="connsiteY0" fmla="*/ 0 h 6135909"/>
              <a:gd name="connsiteX1" fmla="*/ 5554663 w 5554663"/>
              <a:gd name="connsiteY1" fmla="*/ 0 h 6135909"/>
              <a:gd name="connsiteX2" fmla="*/ 5554663 w 5554663"/>
              <a:gd name="connsiteY2" fmla="*/ 4162425 h 6135909"/>
              <a:gd name="connsiteX3" fmla="*/ 0 w 5554663"/>
              <a:gd name="connsiteY3" fmla="*/ 6135909 h 6135909"/>
              <a:gd name="connsiteX4" fmla="*/ 0 w 5554663"/>
              <a:gd name="connsiteY4" fmla="*/ 0 h 6135909"/>
              <a:gd name="connsiteX0" fmla="*/ 0 w 5560450"/>
              <a:gd name="connsiteY0" fmla="*/ 231493 h 6367402"/>
              <a:gd name="connsiteX1" fmla="*/ 5560450 w 5560450"/>
              <a:gd name="connsiteY1" fmla="*/ 0 h 6367402"/>
              <a:gd name="connsiteX2" fmla="*/ 5554663 w 5560450"/>
              <a:gd name="connsiteY2" fmla="*/ 4393918 h 6367402"/>
              <a:gd name="connsiteX3" fmla="*/ 0 w 5560450"/>
              <a:gd name="connsiteY3" fmla="*/ 6367402 h 6367402"/>
              <a:gd name="connsiteX4" fmla="*/ 0 w 5560450"/>
              <a:gd name="connsiteY4" fmla="*/ 231493 h 6367402"/>
              <a:gd name="connsiteX0" fmla="*/ 0 w 5560450"/>
              <a:gd name="connsiteY0" fmla="*/ 244108 h 6380017"/>
              <a:gd name="connsiteX1" fmla="*/ 5560450 w 5560450"/>
              <a:gd name="connsiteY1" fmla="*/ 12615 h 6380017"/>
              <a:gd name="connsiteX2" fmla="*/ 5554663 w 5560450"/>
              <a:gd name="connsiteY2" fmla="*/ 4406533 h 6380017"/>
              <a:gd name="connsiteX3" fmla="*/ 0 w 5560450"/>
              <a:gd name="connsiteY3" fmla="*/ 6380017 h 6380017"/>
              <a:gd name="connsiteX4" fmla="*/ 0 w 5560450"/>
              <a:gd name="connsiteY4" fmla="*/ 244108 h 6380017"/>
              <a:gd name="connsiteX0" fmla="*/ 0 w 5560450"/>
              <a:gd name="connsiteY0" fmla="*/ 252469 h 6388378"/>
              <a:gd name="connsiteX1" fmla="*/ 5560450 w 5560450"/>
              <a:gd name="connsiteY1" fmla="*/ 20976 h 6388378"/>
              <a:gd name="connsiteX2" fmla="*/ 5554663 w 5560450"/>
              <a:gd name="connsiteY2" fmla="*/ 4414894 h 6388378"/>
              <a:gd name="connsiteX3" fmla="*/ 0 w 5560450"/>
              <a:gd name="connsiteY3" fmla="*/ 6388378 h 6388378"/>
              <a:gd name="connsiteX4" fmla="*/ 0 w 5560450"/>
              <a:gd name="connsiteY4" fmla="*/ 252469 h 6388378"/>
              <a:gd name="connsiteX0" fmla="*/ 0 w 5563625"/>
              <a:gd name="connsiteY0" fmla="*/ 189244 h 6401353"/>
              <a:gd name="connsiteX1" fmla="*/ 5563625 w 5563625"/>
              <a:gd name="connsiteY1" fmla="*/ 33951 h 6401353"/>
              <a:gd name="connsiteX2" fmla="*/ 5557838 w 5563625"/>
              <a:gd name="connsiteY2" fmla="*/ 4427869 h 6401353"/>
              <a:gd name="connsiteX3" fmla="*/ 3175 w 5563625"/>
              <a:gd name="connsiteY3" fmla="*/ 6401353 h 6401353"/>
              <a:gd name="connsiteX4" fmla="*/ 0 w 5563625"/>
              <a:gd name="connsiteY4" fmla="*/ 189244 h 6401353"/>
              <a:gd name="connsiteX0" fmla="*/ 0 w 5563625"/>
              <a:gd name="connsiteY0" fmla="*/ 249661 h 6461770"/>
              <a:gd name="connsiteX1" fmla="*/ 5563625 w 5563625"/>
              <a:gd name="connsiteY1" fmla="*/ 21343 h 6461770"/>
              <a:gd name="connsiteX2" fmla="*/ 5557838 w 5563625"/>
              <a:gd name="connsiteY2" fmla="*/ 4488286 h 6461770"/>
              <a:gd name="connsiteX3" fmla="*/ 3175 w 5563625"/>
              <a:gd name="connsiteY3" fmla="*/ 6461770 h 6461770"/>
              <a:gd name="connsiteX4" fmla="*/ 0 w 5563625"/>
              <a:gd name="connsiteY4" fmla="*/ 249661 h 6461770"/>
              <a:gd name="connsiteX0" fmla="*/ 0 w 5563625"/>
              <a:gd name="connsiteY0" fmla="*/ 228318 h 6440427"/>
              <a:gd name="connsiteX1" fmla="*/ 5563625 w 5563625"/>
              <a:gd name="connsiteY1" fmla="*/ 0 h 6440427"/>
              <a:gd name="connsiteX2" fmla="*/ 5557838 w 5563625"/>
              <a:gd name="connsiteY2" fmla="*/ 4466943 h 6440427"/>
              <a:gd name="connsiteX3" fmla="*/ 3175 w 5563625"/>
              <a:gd name="connsiteY3" fmla="*/ 6440427 h 6440427"/>
              <a:gd name="connsiteX4" fmla="*/ 0 w 5563625"/>
              <a:gd name="connsiteY4" fmla="*/ 228318 h 6440427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1804 h 6443913"/>
              <a:gd name="connsiteX1" fmla="*/ 5563625 w 5563625"/>
              <a:gd name="connsiteY1" fmla="*/ 3486 h 6443913"/>
              <a:gd name="connsiteX2" fmla="*/ 5557838 w 5563625"/>
              <a:gd name="connsiteY2" fmla="*/ 4470429 h 6443913"/>
              <a:gd name="connsiteX3" fmla="*/ 3175 w 5563625"/>
              <a:gd name="connsiteY3" fmla="*/ 6443913 h 6443913"/>
              <a:gd name="connsiteX4" fmla="*/ 0 w 5563625"/>
              <a:gd name="connsiteY4" fmla="*/ 231804 h 6443913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5436 h 6511045"/>
              <a:gd name="connsiteX1" fmla="*/ 5563625 w 5563625"/>
              <a:gd name="connsiteY1" fmla="*/ 7118 h 6511045"/>
              <a:gd name="connsiteX2" fmla="*/ 5557838 w 5563625"/>
              <a:gd name="connsiteY2" fmla="*/ 4474061 h 6511045"/>
              <a:gd name="connsiteX3" fmla="*/ 3175 w 5563625"/>
              <a:gd name="connsiteY3" fmla="*/ 6511045 h 6511045"/>
              <a:gd name="connsiteX4" fmla="*/ 0 w 5563625"/>
              <a:gd name="connsiteY4" fmla="*/ 235436 h 6511045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765045"/>
              <a:gd name="connsiteX1" fmla="*/ 5563625 w 5563625"/>
              <a:gd name="connsiteY1" fmla="*/ 7118 h 6765045"/>
              <a:gd name="connsiteX2" fmla="*/ 5561013 w 5563625"/>
              <a:gd name="connsiteY2" fmla="*/ 6629886 h 6765045"/>
              <a:gd name="connsiteX3" fmla="*/ 3175 w 5563625"/>
              <a:gd name="connsiteY3" fmla="*/ 6765045 h 6765045"/>
              <a:gd name="connsiteX4" fmla="*/ 0 w 5563625"/>
              <a:gd name="connsiteY4" fmla="*/ 235436 h 6765045"/>
              <a:gd name="connsiteX0" fmla="*/ 0 w 5592763"/>
              <a:gd name="connsiteY0" fmla="*/ 235436 h 6769586"/>
              <a:gd name="connsiteX1" fmla="*/ 5563625 w 5592763"/>
              <a:gd name="connsiteY1" fmla="*/ 7118 h 6769586"/>
              <a:gd name="connsiteX2" fmla="*/ 5592763 w 5592763"/>
              <a:gd name="connsiteY2" fmla="*/ 6769586 h 6769586"/>
              <a:gd name="connsiteX3" fmla="*/ 3175 w 5592763"/>
              <a:gd name="connsiteY3" fmla="*/ 6765045 h 6769586"/>
              <a:gd name="connsiteX4" fmla="*/ 0 w 5592763"/>
              <a:gd name="connsiteY4" fmla="*/ 235436 h 6769586"/>
              <a:gd name="connsiteX0" fmla="*/ 0 w 5592996"/>
              <a:gd name="connsiteY0" fmla="*/ 235436 h 6769586"/>
              <a:gd name="connsiteX1" fmla="*/ 5563625 w 5592996"/>
              <a:gd name="connsiteY1" fmla="*/ 7118 h 6769586"/>
              <a:gd name="connsiteX2" fmla="*/ 5592763 w 5592996"/>
              <a:gd name="connsiteY2" fmla="*/ 6769586 h 6769586"/>
              <a:gd name="connsiteX3" fmla="*/ 3175 w 5592996"/>
              <a:gd name="connsiteY3" fmla="*/ 6765045 h 6769586"/>
              <a:gd name="connsiteX4" fmla="*/ 0 w 5592996"/>
              <a:gd name="connsiteY4" fmla="*/ 235436 h 6769586"/>
              <a:gd name="connsiteX0" fmla="*/ 0 w 5596404"/>
              <a:gd name="connsiteY0" fmla="*/ 235436 h 6769586"/>
              <a:gd name="connsiteX1" fmla="*/ 5563625 w 5596404"/>
              <a:gd name="connsiteY1" fmla="*/ 7118 h 6769586"/>
              <a:gd name="connsiteX2" fmla="*/ 5592763 w 5596404"/>
              <a:gd name="connsiteY2" fmla="*/ 6769586 h 6769586"/>
              <a:gd name="connsiteX3" fmla="*/ 3175 w 5596404"/>
              <a:gd name="connsiteY3" fmla="*/ 6765045 h 6769586"/>
              <a:gd name="connsiteX4" fmla="*/ 0 w 5596404"/>
              <a:gd name="connsiteY4" fmla="*/ 235436 h 6769586"/>
              <a:gd name="connsiteX0" fmla="*/ 0 w 5568711"/>
              <a:gd name="connsiteY0" fmla="*/ 235436 h 6775936"/>
              <a:gd name="connsiteX1" fmla="*/ 5563625 w 5568711"/>
              <a:gd name="connsiteY1" fmla="*/ 7118 h 6775936"/>
              <a:gd name="connsiteX2" fmla="*/ 5561013 w 5568711"/>
              <a:gd name="connsiteY2" fmla="*/ 6775936 h 6775936"/>
              <a:gd name="connsiteX3" fmla="*/ 3175 w 5568711"/>
              <a:gd name="connsiteY3" fmla="*/ 6765045 h 6775936"/>
              <a:gd name="connsiteX4" fmla="*/ 0 w 5568711"/>
              <a:gd name="connsiteY4" fmla="*/ 235436 h 6775936"/>
              <a:gd name="connsiteX0" fmla="*/ 0 w 5584676"/>
              <a:gd name="connsiteY0" fmla="*/ 235436 h 6782286"/>
              <a:gd name="connsiteX1" fmla="*/ 5563625 w 5584676"/>
              <a:gd name="connsiteY1" fmla="*/ 7118 h 6782286"/>
              <a:gd name="connsiteX2" fmla="*/ 5580063 w 5584676"/>
              <a:gd name="connsiteY2" fmla="*/ 6782286 h 6782286"/>
              <a:gd name="connsiteX3" fmla="*/ 3175 w 5584676"/>
              <a:gd name="connsiteY3" fmla="*/ 6765045 h 6782286"/>
              <a:gd name="connsiteX4" fmla="*/ 0 w 5584676"/>
              <a:gd name="connsiteY4" fmla="*/ 235436 h 6782286"/>
              <a:gd name="connsiteX0" fmla="*/ 0 w 5564590"/>
              <a:gd name="connsiteY0" fmla="*/ 235436 h 6782286"/>
              <a:gd name="connsiteX1" fmla="*/ 5563625 w 5564590"/>
              <a:gd name="connsiteY1" fmla="*/ 7118 h 6782286"/>
              <a:gd name="connsiteX2" fmla="*/ 5554663 w 5564590"/>
              <a:gd name="connsiteY2" fmla="*/ 6782286 h 6782286"/>
              <a:gd name="connsiteX3" fmla="*/ 3175 w 5564590"/>
              <a:gd name="connsiteY3" fmla="*/ 6765045 h 6782286"/>
              <a:gd name="connsiteX4" fmla="*/ 0 w 5564590"/>
              <a:gd name="connsiteY4" fmla="*/ 235436 h 6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4590" h="6782286">
                <a:moveTo>
                  <a:pt x="0" y="235436"/>
                </a:moveTo>
                <a:cubicBezTo>
                  <a:pt x="1801879" y="36738"/>
                  <a:pt x="3376164" y="-22302"/>
                  <a:pt x="5563625" y="7118"/>
                </a:cubicBezTo>
                <a:cubicBezTo>
                  <a:pt x="5560984" y="278894"/>
                  <a:pt x="5571773" y="6782727"/>
                  <a:pt x="5554663" y="6782286"/>
                </a:cubicBezTo>
                <a:lnTo>
                  <a:pt x="3175" y="6765045"/>
                </a:lnTo>
                <a:cubicBezTo>
                  <a:pt x="2117" y="4694342"/>
                  <a:pt x="1058" y="2306139"/>
                  <a:pt x="0" y="235436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/>
          <a:lstStyle>
            <a:lvl1pPr marL="0" indent="0">
              <a:buNone/>
              <a:defRPr/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r>
              <a:rPr lang="nb-NO" dirty="0"/>
              <a:t>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  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58923" y="3038552"/>
            <a:ext cx="5563625" cy="28634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8477653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venstr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0527" y="1994946"/>
            <a:ext cx="5416241" cy="876378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0527" y="2885129"/>
            <a:ext cx="5416241" cy="314621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5C650D0A-BE06-02B1-79C3-22498109FB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5725" y="124588"/>
            <a:ext cx="5555800" cy="6760098"/>
          </a:xfrm>
          <a:custGeom>
            <a:avLst/>
            <a:gdLst>
              <a:gd name="connsiteX0" fmla="*/ 91440 w 5646674"/>
              <a:gd name="connsiteY0" fmla="*/ 0 h 6631092"/>
              <a:gd name="connsiteX1" fmla="*/ 4230624 w 5646674"/>
              <a:gd name="connsiteY1" fmla="*/ 81848 h 6631092"/>
              <a:gd name="connsiteX2" fmla="*/ 4230624 w 5646674"/>
              <a:gd name="connsiteY2" fmla="*/ 932104 h 6631092"/>
              <a:gd name="connsiteX3" fmla="*/ 4297548 w 5646674"/>
              <a:gd name="connsiteY3" fmla="*/ 999028 h 6631092"/>
              <a:gd name="connsiteX4" fmla="*/ 5079592 w 5646674"/>
              <a:gd name="connsiteY4" fmla="*/ 999028 h 6631092"/>
              <a:gd name="connsiteX5" fmla="*/ 5146516 w 5646674"/>
              <a:gd name="connsiteY5" fmla="*/ 932104 h 6631092"/>
              <a:gd name="connsiteX6" fmla="*/ 5146516 w 5646674"/>
              <a:gd name="connsiteY6" fmla="*/ 99959 h 6631092"/>
              <a:gd name="connsiteX7" fmla="*/ 5640578 w 5646674"/>
              <a:gd name="connsiteY7" fmla="*/ 109728 h 6631092"/>
              <a:gd name="connsiteX8" fmla="*/ 5646674 w 5646674"/>
              <a:gd name="connsiteY8" fmla="*/ 6407531 h 6631092"/>
              <a:gd name="connsiteX9" fmla="*/ 2930525 w 5646674"/>
              <a:gd name="connsiteY9" fmla="*/ 6611493 h 6631092"/>
              <a:gd name="connsiteX10" fmla="*/ 0 w 5646674"/>
              <a:gd name="connsiteY10" fmla="*/ 6620891 h 6631092"/>
              <a:gd name="connsiteX11" fmla="*/ 91440 w 5646674"/>
              <a:gd name="connsiteY11" fmla="*/ 0 h 6631092"/>
              <a:gd name="connsiteX0" fmla="*/ 91440 w 5646674"/>
              <a:gd name="connsiteY0" fmla="*/ 0 h 6756866"/>
              <a:gd name="connsiteX1" fmla="*/ 4230624 w 5646674"/>
              <a:gd name="connsiteY1" fmla="*/ 81848 h 6756866"/>
              <a:gd name="connsiteX2" fmla="*/ 4230624 w 5646674"/>
              <a:gd name="connsiteY2" fmla="*/ 932104 h 6756866"/>
              <a:gd name="connsiteX3" fmla="*/ 4297548 w 5646674"/>
              <a:gd name="connsiteY3" fmla="*/ 999028 h 6756866"/>
              <a:gd name="connsiteX4" fmla="*/ 5079592 w 5646674"/>
              <a:gd name="connsiteY4" fmla="*/ 999028 h 6756866"/>
              <a:gd name="connsiteX5" fmla="*/ 5146516 w 5646674"/>
              <a:gd name="connsiteY5" fmla="*/ 932104 h 6756866"/>
              <a:gd name="connsiteX6" fmla="*/ 5146516 w 5646674"/>
              <a:gd name="connsiteY6" fmla="*/ 99959 h 6756866"/>
              <a:gd name="connsiteX7" fmla="*/ 5640578 w 5646674"/>
              <a:gd name="connsiteY7" fmla="*/ 109728 h 6756866"/>
              <a:gd name="connsiteX8" fmla="*/ 5646674 w 5646674"/>
              <a:gd name="connsiteY8" fmla="*/ 6744081 h 6756866"/>
              <a:gd name="connsiteX9" fmla="*/ 2930525 w 5646674"/>
              <a:gd name="connsiteY9" fmla="*/ 6611493 h 6756866"/>
              <a:gd name="connsiteX10" fmla="*/ 0 w 5646674"/>
              <a:gd name="connsiteY10" fmla="*/ 6620891 h 6756866"/>
              <a:gd name="connsiteX11" fmla="*/ 91440 w 5646674"/>
              <a:gd name="connsiteY11" fmla="*/ 0 h 6756866"/>
              <a:gd name="connsiteX0" fmla="*/ 91440 w 5646674"/>
              <a:gd name="connsiteY0" fmla="*/ 0 h 6765448"/>
              <a:gd name="connsiteX1" fmla="*/ 4230624 w 5646674"/>
              <a:gd name="connsiteY1" fmla="*/ 81848 h 6765448"/>
              <a:gd name="connsiteX2" fmla="*/ 4230624 w 5646674"/>
              <a:gd name="connsiteY2" fmla="*/ 932104 h 6765448"/>
              <a:gd name="connsiteX3" fmla="*/ 4297548 w 5646674"/>
              <a:gd name="connsiteY3" fmla="*/ 999028 h 6765448"/>
              <a:gd name="connsiteX4" fmla="*/ 5079592 w 5646674"/>
              <a:gd name="connsiteY4" fmla="*/ 999028 h 6765448"/>
              <a:gd name="connsiteX5" fmla="*/ 5146516 w 5646674"/>
              <a:gd name="connsiteY5" fmla="*/ 932104 h 6765448"/>
              <a:gd name="connsiteX6" fmla="*/ 5146516 w 5646674"/>
              <a:gd name="connsiteY6" fmla="*/ 99959 h 6765448"/>
              <a:gd name="connsiteX7" fmla="*/ 5640578 w 5646674"/>
              <a:gd name="connsiteY7" fmla="*/ 109728 h 6765448"/>
              <a:gd name="connsiteX8" fmla="*/ 5646674 w 5646674"/>
              <a:gd name="connsiteY8" fmla="*/ 6744081 h 6765448"/>
              <a:gd name="connsiteX9" fmla="*/ 2949575 w 5646674"/>
              <a:gd name="connsiteY9" fmla="*/ 6732143 h 6765448"/>
              <a:gd name="connsiteX10" fmla="*/ 0 w 5646674"/>
              <a:gd name="connsiteY10" fmla="*/ 6620891 h 6765448"/>
              <a:gd name="connsiteX11" fmla="*/ 91440 w 5646674"/>
              <a:gd name="connsiteY11" fmla="*/ 0 h 6765448"/>
              <a:gd name="connsiteX0" fmla="*/ 91440 w 5646674"/>
              <a:gd name="connsiteY0" fmla="*/ 0 h 6772724"/>
              <a:gd name="connsiteX1" fmla="*/ 4230624 w 5646674"/>
              <a:gd name="connsiteY1" fmla="*/ 81848 h 6772724"/>
              <a:gd name="connsiteX2" fmla="*/ 4230624 w 5646674"/>
              <a:gd name="connsiteY2" fmla="*/ 932104 h 6772724"/>
              <a:gd name="connsiteX3" fmla="*/ 4297548 w 5646674"/>
              <a:gd name="connsiteY3" fmla="*/ 999028 h 6772724"/>
              <a:gd name="connsiteX4" fmla="*/ 5079592 w 5646674"/>
              <a:gd name="connsiteY4" fmla="*/ 999028 h 6772724"/>
              <a:gd name="connsiteX5" fmla="*/ 5146516 w 5646674"/>
              <a:gd name="connsiteY5" fmla="*/ 932104 h 6772724"/>
              <a:gd name="connsiteX6" fmla="*/ 5146516 w 5646674"/>
              <a:gd name="connsiteY6" fmla="*/ 99959 h 6772724"/>
              <a:gd name="connsiteX7" fmla="*/ 5640578 w 5646674"/>
              <a:gd name="connsiteY7" fmla="*/ 109728 h 6772724"/>
              <a:gd name="connsiteX8" fmla="*/ 5646674 w 5646674"/>
              <a:gd name="connsiteY8" fmla="*/ 6744081 h 6772724"/>
              <a:gd name="connsiteX9" fmla="*/ 2949575 w 5646674"/>
              <a:gd name="connsiteY9" fmla="*/ 6732143 h 6772724"/>
              <a:gd name="connsiteX10" fmla="*/ 0 w 5646674"/>
              <a:gd name="connsiteY10" fmla="*/ 6620891 h 6772724"/>
              <a:gd name="connsiteX11" fmla="*/ 91440 w 5646674"/>
              <a:gd name="connsiteY11" fmla="*/ 0 h 6772724"/>
              <a:gd name="connsiteX0" fmla="*/ 91440 w 5646674"/>
              <a:gd name="connsiteY0" fmla="*/ 0 h 6772724"/>
              <a:gd name="connsiteX1" fmla="*/ 4230624 w 5646674"/>
              <a:gd name="connsiteY1" fmla="*/ 81848 h 6772724"/>
              <a:gd name="connsiteX2" fmla="*/ 4230624 w 5646674"/>
              <a:gd name="connsiteY2" fmla="*/ 932104 h 6772724"/>
              <a:gd name="connsiteX3" fmla="*/ 4297548 w 5646674"/>
              <a:gd name="connsiteY3" fmla="*/ 999028 h 6772724"/>
              <a:gd name="connsiteX4" fmla="*/ 5079592 w 5646674"/>
              <a:gd name="connsiteY4" fmla="*/ 999028 h 6772724"/>
              <a:gd name="connsiteX5" fmla="*/ 5146516 w 5646674"/>
              <a:gd name="connsiteY5" fmla="*/ 932104 h 6772724"/>
              <a:gd name="connsiteX6" fmla="*/ 5146516 w 5646674"/>
              <a:gd name="connsiteY6" fmla="*/ 99959 h 6772724"/>
              <a:gd name="connsiteX7" fmla="*/ 5640578 w 5646674"/>
              <a:gd name="connsiteY7" fmla="*/ 109728 h 6772724"/>
              <a:gd name="connsiteX8" fmla="*/ 5646674 w 5646674"/>
              <a:gd name="connsiteY8" fmla="*/ 6744081 h 6772724"/>
              <a:gd name="connsiteX9" fmla="*/ 2949575 w 5646674"/>
              <a:gd name="connsiteY9" fmla="*/ 6732143 h 6772724"/>
              <a:gd name="connsiteX10" fmla="*/ 0 w 5646674"/>
              <a:gd name="connsiteY10" fmla="*/ 6620891 h 6772724"/>
              <a:gd name="connsiteX11" fmla="*/ 91440 w 5646674"/>
              <a:gd name="connsiteY11" fmla="*/ 0 h 6772724"/>
              <a:gd name="connsiteX0" fmla="*/ 91440 w 5646674"/>
              <a:gd name="connsiteY0" fmla="*/ 0 h 6753444"/>
              <a:gd name="connsiteX1" fmla="*/ 4230624 w 5646674"/>
              <a:gd name="connsiteY1" fmla="*/ 81848 h 6753444"/>
              <a:gd name="connsiteX2" fmla="*/ 4230624 w 5646674"/>
              <a:gd name="connsiteY2" fmla="*/ 932104 h 6753444"/>
              <a:gd name="connsiteX3" fmla="*/ 4297548 w 5646674"/>
              <a:gd name="connsiteY3" fmla="*/ 999028 h 6753444"/>
              <a:gd name="connsiteX4" fmla="*/ 5079592 w 5646674"/>
              <a:gd name="connsiteY4" fmla="*/ 999028 h 6753444"/>
              <a:gd name="connsiteX5" fmla="*/ 5146516 w 5646674"/>
              <a:gd name="connsiteY5" fmla="*/ 932104 h 6753444"/>
              <a:gd name="connsiteX6" fmla="*/ 5146516 w 5646674"/>
              <a:gd name="connsiteY6" fmla="*/ 99959 h 6753444"/>
              <a:gd name="connsiteX7" fmla="*/ 5640578 w 5646674"/>
              <a:gd name="connsiteY7" fmla="*/ 109728 h 6753444"/>
              <a:gd name="connsiteX8" fmla="*/ 5646674 w 5646674"/>
              <a:gd name="connsiteY8" fmla="*/ 6744081 h 6753444"/>
              <a:gd name="connsiteX9" fmla="*/ 2949575 w 5646674"/>
              <a:gd name="connsiteY9" fmla="*/ 6732143 h 6753444"/>
              <a:gd name="connsiteX10" fmla="*/ 0 w 5646674"/>
              <a:gd name="connsiteY10" fmla="*/ 6620891 h 6753444"/>
              <a:gd name="connsiteX11" fmla="*/ 91440 w 564667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54610 w 5555234"/>
              <a:gd name="connsiteY10" fmla="*/ 6728841 h 6753444"/>
              <a:gd name="connsiteX11" fmla="*/ 0 w 5555234"/>
              <a:gd name="connsiteY11" fmla="*/ 0 h 6753444"/>
              <a:gd name="connsiteX0" fmla="*/ 0 w 5555234"/>
              <a:gd name="connsiteY0" fmla="*/ 0 h 6753444"/>
              <a:gd name="connsiteX1" fmla="*/ 4139184 w 5555234"/>
              <a:gd name="connsiteY1" fmla="*/ 81848 h 6753444"/>
              <a:gd name="connsiteX2" fmla="*/ 4139184 w 5555234"/>
              <a:gd name="connsiteY2" fmla="*/ 932104 h 6753444"/>
              <a:gd name="connsiteX3" fmla="*/ 4206108 w 5555234"/>
              <a:gd name="connsiteY3" fmla="*/ 999028 h 6753444"/>
              <a:gd name="connsiteX4" fmla="*/ 4988152 w 5555234"/>
              <a:gd name="connsiteY4" fmla="*/ 999028 h 6753444"/>
              <a:gd name="connsiteX5" fmla="*/ 5055076 w 5555234"/>
              <a:gd name="connsiteY5" fmla="*/ 932104 h 6753444"/>
              <a:gd name="connsiteX6" fmla="*/ 5055076 w 5555234"/>
              <a:gd name="connsiteY6" fmla="*/ 99959 h 6753444"/>
              <a:gd name="connsiteX7" fmla="*/ 5549138 w 5555234"/>
              <a:gd name="connsiteY7" fmla="*/ 109728 h 6753444"/>
              <a:gd name="connsiteX8" fmla="*/ 5555234 w 5555234"/>
              <a:gd name="connsiteY8" fmla="*/ 6744081 h 6753444"/>
              <a:gd name="connsiteX9" fmla="*/ 2858135 w 5555234"/>
              <a:gd name="connsiteY9" fmla="*/ 6732143 h 6753444"/>
              <a:gd name="connsiteX10" fmla="*/ 41910 w 5555234"/>
              <a:gd name="connsiteY10" fmla="*/ 6741541 h 6753444"/>
              <a:gd name="connsiteX11" fmla="*/ 0 w 5555234"/>
              <a:gd name="connsiteY11" fmla="*/ 0 h 6753444"/>
              <a:gd name="connsiteX0" fmla="*/ 8289 w 5563523"/>
              <a:gd name="connsiteY0" fmla="*/ 0 h 6753444"/>
              <a:gd name="connsiteX1" fmla="*/ 4147473 w 5563523"/>
              <a:gd name="connsiteY1" fmla="*/ 81848 h 6753444"/>
              <a:gd name="connsiteX2" fmla="*/ 4147473 w 5563523"/>
              <a:gd name="connsiteY2" fmla="*/ 932104 h 6753444"/>
              <a:gd name="connsiteX3" fmla="*/ 4214397 w 5563523"/>
              <a:gd name="connsiteY3" fmla="*/ 999028 h 6753444"/>
              <a:gd name="connsiteX4" fmla="*/ 4996441 w 5563523"/>
              <a:gd name="connsiteY4" fmla="*/ 999028 h 6753444"/>
              <a:gd name="connsiteX5" fmla="*/ 5063365 w 5563523"/>
              <a:gd name="connsiteY5" fmla="*/ 932104 h 6753444"/>
              <a:gd name="connsiteX6" fmla="*/ 5063365 w 5563523"/>
              <a:gd name="connsiteY6" fmla="*/ 99959 h 6753444"/>
              <a:gd name="connsiteX7" fmla="*/ 5557427 w 5563523"/>
              <a:gd name="connsiteY7" fmla="*/ 109728 h 6753444"/>
              <a:gd name="connsiteX8" fmla="*/ 5563523 w 5563523"/>
              <a:gd name="connsiteY8" fmla="*/ 6744081 h 6753444"/>
              <a:gd name="connsiteX9" fmla="*/ 2866424 w 5563523"/>
              <a:gd name="connsiteY9" fmla="*/ 6732143 h 6753444"/>
              <a:gd name="connsiteX10" fmla="*/ 8924 w 5563523"/>
              <a:gd name="connsiteY10" fmla="*/ 6744716 h 6753444"/>
              <a:gd name="connsiteX11" fmla="*/ 8289 w 5563523"/>
              <a:gd name="connsiteY11" fmla="*/ 0 h 6753444"/>
              <a:gd name="connsiteX0" fmla="*/ 566 w 5555800"/>
              <a:gd name="connsiteY0" fmla="*/ 0 h 6753444"/>
              <a:gd name="connsiteX1" fmla="*/ 4139750 w 5555800"/>
              <a:gd name="connsiteY1" fmla="*/ 81848 h 6753444"/>
              <a:gd name="connsiteX2" fmla="*/ 4139750 w 5555800"/>
              <a:gd name="connsiteY2" fmla="*/ 932104 h 6753444"/>
              <a:gd name="connsiteX3" fmla="*/ 4206674 w 5555800"/>
              <a:gd name="connsiteY3" fmla="*/ 999028 h 6753444"/>
              <a:gd name="connsiteX4" fmla="*/ 4988718 w 5555800"/>
              <a:gd name="connsiteY4" fmla="*/ 999028 h 6753444"/>
              <a:gd name="connsiteX5" fmla="*/ 5055642 w 5555800"/>
              <a:gd name="connsiteY5" fmla="*/ 932104 h 6753444"/>
              <a:gd name="connsiteX6" fmla="*/ 5055642 w 5555800"/>
              <a:gd name="connsiteY6" fmla="*/ 99959 h 6753444"/>
              <a:gd name="connsiteX7" fmla="*/ 5549704 w 5555800"/>
              <a:gd name="connsiteY7" fmla="*/ 109728 h 6753444"/>
              <a:gd name="connsiteX8" fmla="*/ 5555800 w 5555800"/>
              <a:gd name="connsiteY8" fmla="*/ 6744081 h 6753444"/>
              <a:gd name="connsiteX9" fmla="*/ 2858701 w 5555800"/>
              <a:gd name="connsiteY9" fmla="*/ 6732143 h 6753444"/>
              <a:gd name="connsiteX10" fmla="*/ 1201 w 5555800"/>
              <a:gd name="connsiteY10" fmla="*/ 6744716 h 6753444"/>
              <a:gd name="connsiteX11" fmla="*/ 566 w 5555800"/>
              <a:gd name="connsiteY11" fmla="*/ 0 h 6753444"/>
              <a:gd name="connsiteX0" fmla="*/ 566 w 5555800"/>
              <a:gd name="connsiteY0" fmla="*/ 0 h 6753444"/>
              <a:gd name="connsiteX1" fmla="*/ 4139750 w 5555800"/>
              <a:gd name="connsiteY1" fmla="*/ 81848 h 6753444"/>
              <a:gd name="connsiteX2" fmla="*/ 4139750 w 5555800"/>
              <a:gd name="connsiteY2" fmla="*/ 932104 h 6753444"/>
              <a:gd name="connsiteX3" fmla="*/ 4206674 w 5555800"/>
              <a:gd name="connsiteY3" fmla="*/ 999028 h 6753444"/>
              <a:gd name="connsiteX4" fmla="*/ 4988718 w 5555800"/>
              <a:gd name="connsiteY4" fmla="*/ 999028 h 6753444"/>
              <a:gd name="connsiteX5" fmla="*/ 5055642 w 5555800"/>
              <a:gd name="connsiteY5" fmla="*/ 932104 h 6753444"/>
              <a:gd name="connsiteX6" fmla="*/ 5055642 w 5555800"/>
              <a:gd name="connsiteY6" fmla="*/ 99959 h 6753444"/>
              <a:gd name="connsiteX7" fmla="*/ 5549704 w 5555800"/>
              <a:gd name="connsiteY7" fmla="*/ 109728 h 6753444"/>
              <a:gd name="connsiteX8" fmla="*/ 5555800 w 5555800"/>
              <a:gd name="connsiteY8" fmla="*/ 6744081 h 6753444"/>
              <a:gd name="connsiteX9" fmla="*/ 2858701 w 5555800"/>
              <a:gd name="connsiteY9" fmla="*/ 6732143 h 6753444"/>
              <a:gd name="connsiteX10" fmla="*/ 1201 w 5555800"/>
              <a:gd name="connsiteY10" fmla="*/ 6744716 h 6753444"/>
              <a:gd name="connsiteX11" fmla="*/ 566 w 5555800"/>
              <a:gd name="connsiteY11" fmla="*/ 0 h 6753444"/>
              <a:gd name="connsiteX0" fmla="*/ 566 w 5555800"/>
              <a:gd name="connsiteY0" fmla="*/ 0 h 6760098"/>
              <a:gd name="connsiteX1" fmla="*/ 4139750 w 5555800"/>
              <a:gd name="connsiteY1" fmla="*/ 81848 h 6760098"/>
              <a:gd name="connsiteX2" fmla="*/ 4139750 w 5555800"/>
              <a:gd name="connsiteY2" fmla="*/ 932104 h 6760098"/>
              <a:gd name="connsiteX3" fmla="*/ 4206674 w 5555800"/>
              <a:gd name="connsiteY3" fmla="*/ 999028 h 6760098"/>
              <a:gd name="connsiteX4" fmla="*/ 4988718 w 5555800"/>
              <a:gd name="connsiteY4" fmla="*/ 999028 h 6760098"/>
              <a:gd name="connsiteX5" fmla="*/ 5055642 w 5555800"/>
              <a:gd name="connsiteY5" fmla="*/ 932104 h 6760098"/>
              <a:gd name="connsiteX6" fmla="*/ 5055642 w 5555800"/>
              <a:gd name="connsiteY6" fmla="*/ 99959 h 6760098"/>
              <a:gd name="connsiteX7" fmla="*/ 5549704 w 5555800"/>
              <a:gd name="connsiteY7" fmla="*/ 109728 h 6760098"/>
              <a:gd name="connsiteX8" fmla="*/ 5555800 w 5555800"/>
              <a:gd name="connsiteY8" fmla="*/ 6744081 h 6760098"/>
              <a:gd name="connsiteX9" fmla="*/ 2858701 w 5555800"/>
              <a:gd name="connsiteY9" fmla="*/ 6757543 h 6760098"/>
              <a:gd name="connsiteX10" fmla="*/ 1201 w 5555800"/>
              <a:gd name="connsiteY10" fmla="*/ 6744716 h 6760098"/>
              <a:gd name="connsiteX11" fmla="*/ 566 w 5555800"/>
              <a:gd name="connsiteY11" fmla="*/ 0 h 676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55800" h="6760098">
                <a:moveTo>
                  <a:pt x="566" y="0"/>
                </a:moveTo>
                <a:lnTo>
                  <a:pt x="4139750" y="81848"/>
                </a:lnTo>
                <a:lnTo>
                  <a:pt x="4139750" y="932104"/>
                </a:lnTo>
                <a:cubicBezTo>
                  <a:pt x="4139750" y="969065"/>
                  <a:pt x="4169713" y="999028"/>
                  <a:pt x="4206674" y="999028"/>
                </a:cubicBezTo>
                <a:lnTo>
                  <a:pt x="4988718" y="999028"/>
                </a:lnTo>
                <a:cubicBezTo>
                  <a:pt x="5025679" y="999028"/>
                  <a:pt x="5055642" y="969065"/>
                  <a:pt x="5055642" y="932104"/>
                </a:cubicBezTo>
                <a:lnTo>
                  <a:pt x="5055642" y="99959"/>
                </a:lnTo>
                <a:lnTo>
                  <a:pt x="5549704" y="109728"/>
                </a:lnTo>
                <a:cubicBezTo>
                  <a:pt x="5551736" y="2208996"/>
                  <a:pt x="5553768" y="4644813"/>
                  <a:pt x="5555800" y="6744081"/>
                </a:cubicBezTo>
                <a:cubicBezTo>
                  <a:pt x="5387525" y="6771682"/>
                  <a:pt x="2854510" y="6754580"/>
                  <a:pt x="2858701" y="6757543"/>
                </a:cubicBezTo>
                <a:cubicBezTo>
                  <a:pt x="2836899" y="6746452"/>
                  <a:pt x="714518" y="6757458"/>
                  <a:pt x="1201" y="6744716"/>
                </a:cubicBezTo>
                <a:cubicBezTo>
                  <a:pt x="-4387" y="5525558"/>
                  <a:pt x="11996" y="928328"/>
                  <a:pt x="566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Press the icon</a:t>
            </a:r>
            <a:br>
              <a:rPr lang="en-US" dirty="0"/>
            </a:br>
            <a:r>
              <a:rPr lang="en-US" dirty="0"/>
              <a:t>to insert image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1638464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BF7113D-DE20-4946-8D6D-B9F333F05B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3" y="89537"/>
            <a:ext cx="12209642" cy="6769938"/>
          </a:xfrm>
          <a:custGeom>
            <a:avLst/>
            <a:gdLst>
              <a:gd name="connsiteX0" fmla="*/ 3846824 w 12206597"/>
              <a:gd name="connsiteY0" fmla="*/ 170 h 6647837"/>
              <a:gd name="connsiteX1" fmla="*/ 10334943 w 12206597"/>
              <a:gd name="connsiteY1" fmla="*/ 125535 h 6647837"/>
              <a:gd name="connsiteX2" fmla="*/ 10785474 w 12206597"/>
              <a:gd name="connsiteY2" fmla="*/ 131718 h 6647837"/>
              <a:gd name="connsiteX3" fmla="*/ 10785474 w 12206597"/>
              <a:gd name="connsiteY3" fmla="*/ 954097 h 6647837"/>
              <a:gd name="connsiteX4" fmla="*/ 10856104 w 12206597"/>
              <a:gd name="connsiteY4" fmla="*/ 1024727 h 6647837"/>
              <a:gd name="connsiteX5" fmla="*/ 11633911 w 12206597"/>
              <a:gd name="connsiteY5" fmla="*/ 1024727 h 6647837"/>
              <a:gd name="connsiteX6" fmla="*/ 11704541 w 12206597"/>
              <a:gd name="connsiteY6" fmla="*/ 954097 h 6647837"/>
              <a:gd name="connsiteX7" fmla="*/ 11704541 w 12206597"/>
              <a:gd name="connsiteY7" fmla="*/ 141117 h 6647837"/>
              <a:gd name="connsiteX8" fmla="*/ 12184919 w 12206597"/>
              <a:gd name="connsiteY8" fmla="*/ 144322 h 6647837"/>
              <a:gd name="connsiteX9" fmla="*/ 12200352 w 12206597"/>
              <a:gd name="connsiteY9" fmla="*/ 6417683 h 6647837"/>
              <a:gd name="connsiteX10" fmla="*/ 3175 w 12206597"/>
              <a:gd name="connsiteY10" fmla="*/ 6505576 h 6647837"/>
              <a:gd name="connsiteX11" fmla="*/ 0 w 12206597"/>
              <a:gd name="connsiteY11" fmla="*/ 229967 h 6647837"/>
              <a:gd name="connsiteX12" fmla="*/ 3846824 w 12206597"/>
              <a:gd name="connsiteY12" fmla="*/ 170 h 6647837"/>
              <a:gd name="connsiteX0" fmla="*/ 3846824 w 12207535"/>
              <a:gd name="connsiteY0" fmla="*/ 170 h 6647837"/>
              <a:gd name="connsiteX1" fmla="*/ 10334943 w 12207535"/>
              <a:gd name="connsiteY1" fmla="*/ 125535 h 6647837"/>
              <a:gd name="connsiteX2" fmla="*/ 10785474 w 12207535"/>
              <a:gd name="connsiteY2" fmla="*/ 131718 h 6647837"/>
              <a:gd name="connsiteX3" fmla="*/ 10785474 w 12207535"/>
              <a:gd name="connsiteY3" fmla="*/ 954097 h 6647837"/>
              <a:gd name="connsiteX4" fmla="*/ 10856104 w 12207535"/>
              <a:gd name="connsiteY4" fmla="*/ 1024727 h 6647837"/>
              <a:gd name="connsiteX5" fmla="*/ 11633911 w 12207535"/>
              <a:gd name="connsiteY5" fmla="*/ 1024727 h 6647837"/>
              <a:gd name="connsiteX6" fmla="*/ 11704541 w 12207535"/>
              <a:gd name="connsiteY6" fmla="*/ 954097 h 6647837"/>
              <a:gd name="connsiteX7" fmla="*/ 11704541 w 12207535"/>
              <a:gd name="connsiteY7" fmla="*/ 141117 h 6647837"/>
              <a:gd name="connsiteX8" fmla="*/ 12188094 w 12207535"/>
              <a:gd name="connsiteY8" fmla="*/ 147497 h 6647837"/>
              <a:gd name="connsiteX9" fmla="*/ 12200352 w 12207535"/>
              <a:gd name="connsiteY9" fmla="*/ 6417683 h 6647837"/>
              <a:gd name="connsiteX10" fmla="*/ 3175 w 12207535"/>
              <a:gd name="connsiteY10" fmla="*/ 6505576 h 6647837"/>
              <a:gd name="connsiteX11" fmla="*/ 0 w 12207535"/>
              <a:gd name="connsiteY11" fmla="*/ 229967 h 6647837"/>
              <a:gd name="connsiteX12" fmla="*/ 3846824 w 12207535"/>
              <a:gd name="connsiteY12" fmla="*/ 170 h 6647837"/>
              <a:gd name="connsiteX0" fmla="*/ 3846824 w 12213430"/>
              <a:gd name="connsiteY0" fmla="*/ 170 h 6647837"/>
              <a:gd name="connsiteX1" fmla="*/ 10334943 w 12213430"/>
              <a:gd name="connsiteY1" fmla="*/ 125535 h 6647837"/>
              <a:gd name="connsiteX2" fmla="*/ 10785474 w 12213430"/>
              <a:gd name="connsiteY2" fmla="*/ 131718 h 6647837"/>
              <a:gd name="connsiteX3" fmla="*/ 10785474 w 12213430"/>
              <a:gd name="connsiteY3" fmla="*/ 954097 h 6647837"/>
              <a:gd name="connsiteX4" fmla="*/ 10856104 w 12213430"/>
              <a:gd name="connsiteY4" fmla="*/ 1024727 h 6647837"/>
              <a:gd name="connsiteX5" fmla="*/ 11633911 w 12213430"/>
              <a:gd name="connsiteY5" fmla="*/ 1024727 h 6647837"/>
              <a:gd name="connsiteX6" fmla="*/ 11704541 w 12213430"/>
              <a:gd name="connsiteY6" fmla="*/ 954097 h 6647837"/>
              <a:gd name="connsiteX7" fmla="*/ 11704541 w 12213430"/>
              <a:gd name="connsiteY7" fmla="*/ 141117 h 6647837"/>
              <a:gd name="connsiteX8" fmla="*/ 12200794 w 12213430"/>
              <a:gd name="connsiteY8" fmla="*/ 141147 h 6647837"/>
              <a:gd name="connsiteX9" fmla="*/ 12200352 w 12213430"/>
              <a:gd name="connsiteY9" fmla="*/ 6417683 h 6647837"/>
              <a:gd name="connsiteX10" fmla="*/ 3175 w 12213430"/>
              <a:gd name="connsiteY10" fmla="*/ 6505576 h 6647837"/>
              <a:gd name="connsiteX11" fmla="*/ 0 w 12213430"/>
              <a:gd name="connsiteY11" fmla="*/ 229967 h 6647837"/>
              <a:gd name="connsiteX12" fmla="*/ 3846824 w 12213430"/>
              <a:gd name="connsiteY12" fmla="*/ 170 h 6647837"/>
              <a:gd name="connsiteX0" fmla="*/ 3846824 w 12213430"/>
              <a:gd name="connsiteY0" fmla="*/ 170 h 6656234"/>
              <a:gd name="connsiteX1" fmla="*/ 10334943 w 12213430"/>
              <a:gd name="connsiteY1" fmla="*/ 125535 h 6656234"/>
              <a:gd name="connsiteX2" fmla="*/ 10785474 w 12213430"/>
              <a:gd name="connsiteY2" fmla="*/ 131718 h 6656234"/>
              <a:gd name="connsiteX3" fmla="*/ 10785474 w 12213430"/>
              <a:gd name="connsiteY3" fmla="*/ 954097 h 6656234"/>
              <a:gd name="connsiteX4" fmla="*/ 10856104 w 12213430"/>
              <a:gd name="connsiteY4" fmla="*/ 1024727 h 6656234"/>
              <a:gd name="connsiteX5" fmla="*/ 11633911 w 12213430"/>
              <a:gd name="connsiteY5" fmla="*/ 1024727 h 6656234"/>
              <a:gd name="connsiteX6" fmla="*/ 11704541 w 12213430"/>
              <a:gd name="connsiteY6" fmla="*/ 954097 h 6656234"/>
              <a:gd name="connsiteX7" fmla="*/ 11704541 w 12213430"/>
              <a:gd name="connsiteY7" fmla="*/ 141117 h 6656234"/>
              <a:gd name="connsiteX8" fmla="*/ 12200794 w 12213430"/>
              <a:gd name="connsiteY8" fmla="*/ 141147 h 6656234"/>
              <a:gd name="connsiteX9" fmla="*/ 12200352 w 12213430"/>
              <a:gd name="connsiteY9" fmla="*/ 6417683 h 6656234"/>
              <a:gd name="connsiteX10" fmla="*/ 3175 w 12213430"/>
              <a:gd name="connsiteY10" fmla="*/ 6505576 h 6656234"/>
              <a:gd name="connsiteX11" fmla="*/ 0 w 12213430"/>
              <a:gd name="connsiteY11" fmla="*/ 229967 h 6656234"/>
              <a:gd name="connsiteX12" fmla="*/ 3846824 w 12213430"/>
              <a:gd name="connsiteY12" fmla="*/ 170 h 6656234"/>
              <a:gd name="connsiteX0" fmla="*/ 3846824 w 12213430"/>
              <a:gd name="connsiteY0" fmla="*/ 170 h 6657635"/>
              <a:gd name="connsiteX1" fmla="*/ 10334943 w 12213430"/>
              <a:gd name="connsiteY1" fmla="*/ 125535 h 6657635"/>
              <a:gd name="connsiteX2" fmla="*/ 10785474 w 12213430"/>
              <a:gd name="connsiteY2" fmla="*/ 131718 h 6657635"/>
              <a:gd name="connsiteX3" fmla="*/ 10785474 w 12213430"/>
              <a:gd name="connsiteY3" fmla="*/ 954097 h 6657635"/>
              <a:gd name="connsiteX4" fmla="*/ 10856104 w 12213430"/>
              <a:gd name="connsiteY4" fmla="*/ 1024727 h 6657635"/>
              <a:gd name="connsiteX5" fmla="*/ 11633911 w 12213430"/>
              <a:gd name="connsiteY5" fmla="*/ 1024727 h 6657635"/>
              <a:gd name="connsiteX6" fmla="*/ 11704541 w 12213430"/>
              <a:gd name="connsiteY6" fmla="*/ 954097 h 6657635"/>
              <a:gd name="connsiteX7" fmla="*/ 11704541 w 12213430"/>
              <a:gd name="connsiteY7" fmla="*/ 141117 h 6657635"/>
              <a:gd name="connsiteX8" fmla="*/ 12200794 w 12213430"/>
              <a:gd name="connsiteY8" fmla="*/ 141147 h 6657635"/>
              <a:gd name="connsiteX9" fmla="*/ 12200352 w 12213430"/>
              <a:gd name="connsiteY9" fmla="*/ 6417683 h 6657635"/>
              <a:gd name="connsiteX10" fmla="*/ 3175 w 12213430"/>
              <a:gd name="connsiteY10" fmla="*/ 6505576 h 6657635"/>
              <a:gd name="connsiteX11" fmla="*/ 0 w 12213430"/>
              <a:gd name="connsiteY11" fmla="*/ 229967 h 6657635"/>
              <a:gd name="connsiteX12" fmla="*/ 3846824 w 12213430"/>
              <a:gd name="connsiteY12" fmla="*/ 170 h 6657635"/>
              <a:gd name="connsiteX0" fmla="*/ 3846824 w 12213430"/>
              <a:gd name="connsiteY0" fmla="*/ 170 h 6659594"/>
              <a:gd name="connsiteX1" fmla="*/ 10334943 w 12213430"/>
              <a:gd name="connsiteY1" fmla="*/ 125535 h 6659594"/>
              <a:gd name="connsiteX2" fmla="*/ 10785474 w 12213430"/>
              <a:gd name="connsiteY2" fmla="*/ 131718 h 6659594"/>
              <a:gd name="connsiteX3" fmla="*/ 10785474 w 12213430"/>
              <a:gd name="connsiteY3" fmla="*/ 954097 h 6659594"/>
              <a:gd name="connsiteX4" fmla="*/ 10856104 w 12213430"/>
              <a:gd name="connsiteY4" fmla="*/ 1024727 h 6659594"/>
              <a:gd name="connsiteX5" fmla="*/ 11633911 w 12213430"/>
              <a:gd name="connsiteY5" fmla="*/ 1024727 h 6659594"/>
              <a:gd name="connsiteX6" fmla="*/ 11704541 w 12213430"/>
              <a:gd name="connsiteY6" fmla="*/ 954097 h 6659594"/>
              <a:gd name="connsiteX7" fmla="*/ 11704541 w 12213430"/>
              <a:gd name="connsiteY7" fmla="*/ 141117 h 6659594"/>
              <a:gd name="connsiteX8" fmla="*/ 12200794 w 12213430"/>
              <a:gd name="connsiteY8" fmla="*/ 141147 h 6659594"/>
              <a:gd name="connsiteX9" fmla="*/ 12200352 w 12213430"/>
              <a:gd name="connsiteY9" fmla="*/ 6417683 h 6659594"/>
              <a:gd name="connsiteX10" fmla="*/ 3175 w 12213430"/>
              <a:gd name="connsiteY10" fmla="*/ 6511926 h 6659594"/>
              <a:gd name="connsiteX11" fmla="*/ 0 w 12213430"/>
              <a:gd name="connsiteY11" fmla="*/ 229967 h 6659594"/>
              <a:gd name="connsiteX12" fmla="*/ 3846824 w 12213430"/>
              <a:gd name="connsiteY12" fmla="*/ 170 h 6659594"/>
              <a:gd name="connsiteX0" fmla="*/ 3846824 w 12213430"/>
              <a:gd name="connsiteY0" fmla="*/ 1364 h 6660788"/>
              <a:gd name="connsiteX1" fmla="*/ 10334943 w 12213430"/>
              <a:gd name="connsiteY1" fmla="*/ 126729 h 6660788"/>
              <a:gd name="connsiteX2" fmla="*/ 10785474 w 12213430"/>
              <a:gd name="connsiteY2" fmla="*/ 132912 h 6660788"/>
              <a:gd name="connsiteX3" fmla="*/ 10785474 w 12213430"/>
              <a:gd name="connsiteY3" fmla="*/ 955291 h 6660788"/>
              <a:gd name="connsiteX4" fmla="*/ 10856104 w 12213430"/>
              <a:gd name="connsiteY4" fmla="*/ 1025921 h 6660788"/>
              <a:gd name="connsiteX5" fmla="*/ 11633911 w 12213430"/>
              <a:gd name="connsiteY5" fmla="*/ 1025921 h 6660788"/>
              <a:gd name="connsiteX6" fmla="*/ 11704541 w 12213430"/>
              <a:gd name="connsiteY6" fmla="*/ 955291 h 6660788"/>
              <a:gd name="connsiteX7" fmla="*/ 11704541 w 12213430"/>
              <a:gd name="connsiteY7" fmla="*/ 142311 h 6660788"/>
              <a:gd name="connsiteX8" fmla="*/ 12200794 w 12213430"/>
              <a:gd name="connsiteY8" fmla="*/ 142341 h 6660788"/>
              <a:gd name="connsiteX9" fmla="*/ 12200352 w 12213430"/>
              <a:gd name="connsiteY9" fmla="*/ 6418877 h 6660788"/>
              <a:gd name="connsiteX10" fmla="*/ 3175 w 12213430"/>
              <a:gd name="connsiteY10" fmla="*/ 6513120 h 6660788"/>
              <a:gd name="connsiteX11" fmla="*/ 0 w 12213430"/>
              <a:gd name="connsiteY11" fmla="*/ 231161 h 6660788"/>
              <a:gd name="connsiteX12" fmla="*/ 3846824 w 12213430"/>
              <a:gd name="connsiteY12" fmla="*/ 1364 h 6660788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5864223 w 12213430"/>
              <a:gd name="connsiteY1" fmla="*/ 8888 h 6659424"/>
              <a:gd name="connsiteX2" fmla="*/ 10334943 w 12213430"/>
              <a:gd name="connsiteY2" fmla="*/ 125365 h 6659424"/>
              <a:gd name="connsiteX3" fmla="*/ 10785474 w 12213430"/>
              <a:gd name="connsiteY3" fmla="*/ 131548 h 6659424"/>
              <a:gd name="connsiteX4" fmla="*/ 10785474 w 12213430"/>
              <a:gd name="connsiteY4" fmla="*/ 953927 h 6659424"/>
              <a:gd name="connsiteX5" fmla="*/ 10856104 w 12213430"/>
              <a:gd name="connsiteY5" fmla="*/ 1024557 h 6659424"/>
              <a:gd name="connsiteX6" fmla="*/ 11633911 w 12213430"/>
              <a:gd name="connsiteY6" fmla="*/ 1024557 h 6659424"/>
              <a:gd name="connsiteX7" fmla="*/ 11704541 w 12213430"/>
              <a:gd name="connsiteY7" fmla="*/ 953927 h 6659424"/>
              <a:gd name="connsiteX8" fmla="*/ 11704541 w 12213430"/>
              <a:gd name="connsiteY8" fmla="*/ 140947 h 6659424"/>
              <a:gd name="connsiteX9" fmla="*/ 12200794 w 12213430"/>
              <a:gd name="connsiteY9" fmla="*/ 140977 h 6659424"/>
              <a:gd name="connsiteX10" fmla="*/ 12200352 w 12213430"/>
              <a:gd name="connsiteY10" fmla="*/ 6417513 h 6659424"/>
              <a:gd name="connsiteX11" fmla="*/ 3175 w 12213430"/>
              <a:gd name="connsiteY11" fmla="*/ 6511756 h 6659424"/>
              <a:gd name="connsiteX12" fmla="*/ 0 w 12213430"/>
              <a:gd name="connsiteY12" fmla="*/ 229797 h 6659424"/>
              <a:gd name="connsiteX13" fmla="*/ 3846824 w 12213430"/>
              <a:gd name="connsiteY13" fmla="*/ 0 h 6659424"/>
              <a:gd name="connsiteX0" fmla="*/ 4173849 w 12213430"/>
              <a:gd name="connsiteY0" fmla="*/ 0 h 6668949"/>
              <a:gd name="connsiteX1" fmla="*/ 5864223 w 12213430"/>
              <a:gd name="connsiteY1" fmla="*/ 18413 h 6668949"/>
              <a:gd name="connsiteX2" fmla="*/ 10334943 w 12213430"/>
              <a:gd name="connsiteY2" fmla="*/ 134890 h 6668949"/>
              <a:gd name="connsiteX3" fmla="*/ 10785474 w 12213430"/>
              <a:gd name="connsiteY3" fmla="*/ 141073 h 6668949"/>
              <a:gd name="connsiteX4" fmla="*/ 10785474 w 12213430"/>
              <a:gd name="connsiteY4" fmla="*/ 963452 h 6668949"/>
              <a:gd name="connsiteX5" fmla="*/ 10856104 w 12213430"/>
              <a:gd name="connsiteY5" fmla="*/ 1034082 h 6668949"/>
              <a:gd name="connsiteX6" fmla="*/ 11633911 w 12213430"/>
              <a:gd name="connsiteY6" fmla="*/ 1034082 h 6668949"/>
              <a:gd name="connsiteX7" fmla="*/ 11704541 w 12213430"/>
              <a:gd name="connsiteY7" fmla="*/ 963452 h 6668949"/>
              <a:gd name="connsiteX8" fmla="*/ 11704541 w 12213430"/>
              <a:gd name="connsiteY8" fmla="*/ 150472 h 6668949"/>
              <a:gd name="connsiteX9" fmla="*/ 12200794 w 12213430"/>
              <a:gd name="connsiteY9" fmla="*/ 150502 h 6668949"/>
              <a:gd name="connsiteX10" fmla="*/ 12200352 w 12213430"/>
              <a:gd name="connsiteY10" fmla="*/ 6427038 h 6668949"/>
              <a:gd name="connsiteX11" fmla="*/ 3175 w 12213430"/>
              <a:gd name="connsiteY11" fmla="*/ 6521281 h 6668949"/>
              <a:gd name="connsiteX12" fmla="*/ 0 w 12213430"/>
              <a:gd name="connsiteY12" fmla="*/ 239322 h 6668949"/>
              <a:gd name="connsiteX13" fmla="*/ 4173849 w 12213430"/>
              <a:gd name="connsiteY13" fmla="*/ 0 h 6668949"/>
              <a:gd name="connsiteX0" fmla="*/ 4173849 w 12213430"/>
              <a:gd name="connsiteY0" fmla="*/ 0 h 6776850"/>
              <a:gd name="connsiteX1" fmla="*/ 5864223 w 12213430"/>
              <a:gd name="connsiteY1" fmla="*/ 18413 h 6776850"/>
              <a:gd name="connsiteX2" fmla="*/ 10334943 w 12213430"/>
              <a:gd name="connsiteY2" fmla="*/ 134890 h 6776850"/>
              <a:gd name="connsiteX3" fmla="*/ 10785474 w 12213430"/>
              <a:gd name="connsiteY3" fmla="*/ 141073 h 6776850"/>
              <a:gd name="connsiteX4" fmla="*/ 10785474 w 12213430"/>
              <a:gd name="connsiteY4" fmla="*/ 963452 h 6776850"/>
              <a:gd name="connsiteX5" fmla="*/ 10856104 w 12213430"/>
              <a:gd name="connsiteY5" fmla="*/ 1034082 h 6776850"/>
              <a:gd name="connsiteX6" fmla="*/ 11633911 w 12213430"/>
              <a:gd name="connsiteY6" fmla="*/ 1034082 h 6776850"/>
              <a:gd name="connsiteX7" fmla="*/ 11704541 w 12213430"/>
              <a:gd name="connsiteY7" fmla="*/ 963452 h 6776850"/>
              <a:gd name="connsiteX8" fmla="*/ 11704541 w 12213430"/>
              <a:gd name="connsiteY8" fmla="*/ 150472 h 6776850"/>
              <a:gd name="connsiteX9" fmla="*/ 12200794 w 12213430"/>
              <a:gd name="connsiteY9" fmla="*/ 150502 h 6776850"/>
              <a:gd name="connsiteX10" fmla="*/ 12200352 w 12213430"/>
              <a:gd name="connsiteY10" fmla="*/ 6427038 h 6776850"/>
              <a:gd name="connsiteX11" fmla="*/ 3175 w 12213430"/>
              <a:gd name="connsiteY11" fmla="*/ 6762581 h 6776850"/>
              <a:gd name="connsiteX12" fmla="*/ 0 w 12213430"/>
              <a:gd name="connsiteY12" fmla="*/ 239322 h 6776850"/>
              <a:gd name="connsiteX13" fmla="*/ 4173849 w 12213430"/>
              <a:gd name="connsiteY13" fmla="*/ 0 h 6776850"/>
              <a:gd name="connsiteX0" fmla="*/ 4173849 w 12213430"/>
              <a:gd name="connsiteY0" fmla="*/ 0 h 6785075"/>
              <a:gd name="connsiteX1" fmla="*/ 5864223 w 12213430"/>
              <a:gd name="connsiteY1" fmla="*/ 18413 h 6785075"/>
              <a:gd name="connsiteX2" fmla="*/ 10334943 w 12213430"/>
              <a:gd name="connsiteY2" fmla="*/ 134890 h 6785075"/>
              <a:gd name="connsiteX3" fmla="*/ 10785474 w 12213430"/>
              <a:gd name="connsiteY3" fmla="*/ 141073 h 6785075"/>
              <a:gd name="connsiteX4" fmla="*/ 10785474 w 12213430"/>
              <a:gd name="connsiteY4" fmla="*/ 963452 h 6785075"/>
              <a:gd name="connsiteX5" fmla="*/ 10856104 w 12213430"/>
              <a:gd name="connsiteY5" fmla="*/ 1034082 h 6785075"/>
              <a:gd name="connsiteX6" fmla="*/ 11633911 w 12213430"/>
              <a:gd name="connsiteY6" fmla="*/ 1034082 h 6785075"/>
              <a:gd name="connsiteX7" fmla="*/ 11704541 w 12213430"/>
              <a:gd name="connsiteY7" fmla="*/ 963452 h 6785075"/>
              <a:gd name="connsiteX8" fmla="*/ 11704541 w 12213430"/>
              <a:gd name="connsiteY8" fmla="*/ 150472 h 6785075"/>
              <a:gd name="connsiteX9" fmla="*/ 12200794 w 12213430"/>
              <a:gd name="connsiteY9" fmla="*/ 150502 h 6785075"/>
              <a:gd name="connsiteX10" fmla="*/ 12200352 w 12213430"/>
              <a:gd name="connsiteY10" fmla="*/ 6427038 h 6785075"/>
              <a:gd name="connsiteX11" fmla="*/ 3175 w 12213430"/>
              <a:gd name="connsiteY11" fmla="*/ 6762581 h 6785075"/>
              <a:gd name="connsiteX12" fmla="*/ 0 w 12213430"/>
              <a:gd name="connsiteY12" fmla="*/ 239322 h 6785075"/>
              <a:gd name="connsiteX13" fmla="*/ 4173849 w 12213430"/>
              <a:gd name="connsiteY13" fmla="*/ 0 h 6785075"/>
              <a:gd name="connsiteX0" fmla="*/ 4173849 w 12209642"/>
              <a:gd name="connsiteY0" fmla="*/ 0 h 6987926"/>
              <a:gd name="connsiteX1" fmla="*/ 5864223 w 12209642"/>
              <a:gd name="connsiteY1" fmla="*/ 18413 h 6987926"/>
              <a:gd name="connsiteX2" fmla="*/ 10334943 w 12209642"/>
              <a:gd name="connsiteY2" fmla="*/ 134890 h 6987926"/>
              <a:gd name="connsiteX3" fmla="*/ 10785474 w 12209642"/>
              <a:gd name="connsiteY3" fmla="*/ 141073 h 6987926"/>
              <a:gd name="connsiteX4" fmla="*/ 10785474 w 12209642"/>
              <a:gd name="connsiteY4" fmla="*/ 963452 h 6987926"/>
              <a:gd name="connsiteX5" fmla="*/ 10856104 w 12209642"/>
              <a:gd name="connsiteY5" fmla="*/ 1034082 h 6987926"/>
              <a:gd name="connsiteX6" fmla="*/ 11633911 w 12209642"/>
              <a:gd name="connsiteY6" fmla="*/ 1034082 h 6987926"/>
              <a:gd name="connsiteX7" fmla="*/ 11704541 w 12209642"/>
              <a:gd name="connsiteY7" fmla="*/ 963452 h 6987926"/>
              <a:gd name="connsiteX8" fmla="*/ 11704541 w 12209642"/>
              <a:gd name="connsiteY8" fmla="*/ 150472 h 6987926"/>
              <a:gd name="connsiteX9" fmla="*/ 12200794 w 12209642"/>
              <a:gd name="connsiteY9" fmla="*/ 150502 h 6987926"/>
              <a:gd name="connsiteX10" fmla="*/ 12187652 w 12209642"/>
              <a:gd name="connsiteY10" fmla="*/ 6769938 h 6987926"/>
              <a:gd name="connsiteX11" fmla="*/ 3175 w 12209642"/>
              <a:gd name="connsiteY11" fmla="*/ 6762581 h 6987926"/>
              <a:gd name="connsiteX12" fmla="*/ 0 w 12209642"/>
              <a:gd name="connsiteY12" fmla="*/ 239322 h 6987926"/>
              <a:gd name="connsiteX13" fmla="*/ 4173849 w 12209642"/>
              <a:gd name="connsiteY13" fmla="*/ 0 h 6987926"/>
              <a:gd name="connsiteX0" fmla="*/ 4173849 w 12209642"/>
              <a:gd name="connsiteY0" fmla="*/ 0 h 6804681"/>
              <a:gd name="connsiteX1" fmla="*/ 5864223 w 12209642"/>
              <a:gd name="connsiteY1" fmla="*/ 18413 h 6804681"/>
              <a:gd name="connsiteX2" fmla="*/ 10334943 w 12209642"/>
              <a:gd name="connsiteY2" fmla="*/ 134890 h 6804681"/>
              <a:gd name="connsiteX3" fmla="*/ 10785474 w 12209642"/>
              <a:gd name="connsiteY3" fmla="*/ 141073 h 6804681"/>
              <a:gd name="connsiteX4" fmla="*/ 10785474 w 12209642"/>
              <a:gd name="connsiteY4" fmla="*/ 963452 h 6804681"/>
              <a:gd name="connsiteX5" fmla="*/ 10856104 w 12209642"/>
              <a:gd name="connsiteY5" fmla="*/ 1034082 h 6804681"/>
              <a:gd name="connsiteX6" fmla="*/ 11633911 w 12209642"/>
              <a:gd name="connsiteY6" fmla="*/ 1034082 h 6804681"/>
              <a:gd name="connsiteX7" fmla="*/ 11704541 w 12209642"/>
              <a:gd name="connsiteY7" fmla="*/ 963452 h 6804681"/>
              <a:gd name="connsiteX8" fmla="*/ 11704541 w 12209642"/>
              <a:gd name="connsiteY8" fmla="*/ 150472 h 6804681"/>
              <a:gd name="connsiteX9" fmla="*/ 12200794 w 12209642"/>
              <a:gd name="connsiteY9" fmla="*/ 150502 h 6804681"/>
              <a:gd name="connsiteX10" fmla="*/ 12187652 w 12209642"/>
              <a:gd name="connsiteY10" fmla="*/ 6769938 h 6804681"/>
              <a:gd name="connsiteX11" fmla="*/ 3175 w 12209642"/>
              <a:gd name="connsiteY11" fmla="*/ 6762581 h 6804681"/>
              <a:gd name="connsiteX12" fmla="*/ 0 w 12209642"/>
              <a:gd name="connsiteY12" fmla="*/ 239322 h 6804681"/>
              <a:gd name="connsiteX13" fmla="*/ 4173849 w 12209642"/>
              <a:gd name="connsiteY13" fmla="*/ 0 h 6804681"/>
              <a:gd name="connsiteX0" fmla="*/ 4173849 w 12209642"/>
              <a:gd name="connsiteY0" fmla="*/ 0 h 6769938"/>
              <a:gd name="connsiteX1" fmla="*/ 5864223 w 12209642"/>
              <a:gd name="connsiteY1" fmla="*/ 18413 h 6769938"/>
              <a:gd name="connsiteX2" fmla="*/ 10334943 w 12209642"/>
              <a:gd name="connsiteY2" fmla="*/ 134890 h 6769938"/>
              <a:gd name="connsiteX3" fmla="*/ 10785474 w 12209642"/>
              <a:gd name="connsiteY3" fmla="*/ 141073 h 6769938"/>
              <a:gd name="connsiteX4" fmla="*/ 10785474 w 12209642"/>
              <a:gd name="connsiteY4" fmla="*/ 963452 h 6769938"/>
              <a:gd name="connsiteX5" fmla="*/ 10856104 w 12209642"/>
              <a:gd name="connsiteY5" fmla="*/ 1034082 h 6769938"/>
              <a:gd name="connsiteX6" fmla="*/ 11633911 w 12209642"/>
              <a:gd name="connsiteY6" fmla="*/ 1034082 h 6769938"/>
              <a:gd name="connsiteX7" fmla="*/ 11704541 w 12209642"/>
              <a:gd name="connsiteY7" fmla="*/ 963452 h 6769938"/>
              <a:gd name="connsiteX8" fmla="*/ 11704541 w 12209642"/>
              <a:gd name="connsiteY8" fmla="*/ 150472 h 6769938"/>
              <a:gd name="connsiteX9" fmla="*/ 12200794 w 12209642"/>
              <a:gd name="connsiteY9" fmla="*/ 150502 h 6769938"/>
              <a:gd name="connsiteX10" fmla="*/ 12187652 w 12209642"/>
              <a:gd name="connsiteY10" fmla="*/ 6769938 h 6769938"/>
              <a:gd name="connsiteX11" fmla="*/ 3175 w 12209642"/>
              <a:gd name="connsiteY11" fmla="*/ 6762581 h 6769938"/>
              <a:gd name="connsiteX12" fmla="*/ 0 w 12209642"/>
              <a:gd name="connsiteY12" fmla="*/ 239322 h 6769938"/>
              <a:gd name="connsiteX13" fmla="*/ 4173849 w 12209642"/>
              <a:gd name="connsiteY13" fmla="*/ 0 h 6769938"/>
              <a:gd name="connsiteX0" fmla="*/ 4173849 w 12209642"/>
              <a:gd name="connsiteY0" fmla="*/ 0 h 6769938"/>
              <a:gd name="connsiteX1" fmla="*/ 5864223 w 12209642"/>
              <a:gd name="connsiteY1" fmla="*/ 18413 h 6769938"/>
              <a:gd name="connsiteX2" fmla="*/ 10334943 w 12209642"/>
              <a:gd name="connsiteY2" fmla="*/ 134890 h 6769938"/>
              <a:gd name="connsiteX3" fmla="*/ 10785474 w 12209642"/>
              <a:gd name="connsiteY3" fmla="*/ 141073 h 6769938"/>
              <a:gd name="connsiteX4" fmla="*/ 10785474 w 12209642"/>
              <a:gd name="connsiteY4" fmla="*/ 963452 h 6769938"/>
              <a:gd name="connsiteX5" fmla="*/ 10856104 w 12209642"/>
              <a:gd name="connsiteY5" fmla="*/ 1034082 h 6769938"/>
              <a:gd name="connsiteX6" fmla="*/ 11633911 w 12209642"/>
              <a:gd name="connsiteY6" fmla="*/ 1034082 h 6769938"/>
              <a:gd name="connsiteX7" fmla="*/ 11704541 w 12209642"/>
              <a:gd name="connsiteY7" fmla="*/ 963452 h 6769938"/>
              <a:gd name="connsiteX8" fmla="*/ 11704541 w 12209642"/>
              <a:gd name="connsiteY8" fmla="*/ 150472 h 6769938"/>
              <a:gd name="connsiteX9" fmla="*/ 12200794 w 12209642"/>
              <a:gd name="connsiteY9" fmla="*/ 150502 h 6769938"/>
              <a:gd name="connsiteX10" fmla="*/ 12187652 w 12209642"/>
              <a:gd name="connsiteY10" fmla="*/ 6769938 h 6769938"/>
              <a:gd name="connsiteX11" fmla="*/ 3175 w 12209642"/>
              <a:gd name="connsiteY11" fmla="*/ 6762581 h 6769938"/>
              <a:gd name="connsiteX12" fmla="*/ 0 w 12209642"/>
              <a:gd name="connsiteY12" fmla="*/ 239322 h 6769938"/>
              <a:gd name="connsiteX13" fmla="*/ 4173849 w 12209642"/>
              <a:gd name="connsiteY13" fmla="*/ 0 h 676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9642" h="6769938">
                <a:moveTo>
                  <a:pt x="4173849" y="0"/>
                </a:moveTo>
                <a:lnTo>
                  <a:pt x="5864223" y="18413"/>
                </a:lnTo>
                <a:lnTo>
                  <a:pt x="10334943" y="134890"/>
                </a:lnTo>
                <a:lnTo>
                  <a:pt x="10785474" y="141073"/>
                </a:lnTo>
                <a:lnTo>
                  <a:pt x="10785474" y="963452"/>
                </a:lnTo>
                <a:cubicBezTo>
                  <a:pt x="10785474" y="1002460"/>
                  <a:pt x="10817096" y="1034082"/>
                  <a:pt x="10856104" y="1034082"/>
                </a:cubicBezTo>
                <a:lnTo>
                  <a:pt x="11633911" y="1034082"/>
                </a:lnTo>
                <a:cubicBezTo>
                  <a:pt x="11672919" y="1034082"/>
                  <a:pt x="11704541" y="1002460"/>
                  <a:pt x="11704541" y="963452"/>
                </a:cubicBezTo>
                <a:lnTo>
                  <a:pt x="11704541" y="150472"/>
                </a:lnTo>
                <a:lnTo>
                  <a:pt x="12200794" y="150502"/>
                </a:lnTo>
                <a:cubicBezTo>
                  <a:pt x="12221951" y="2609991"/>
                  <a:pt x="12200124" y="4576426"/>
                  <a:pt x="12187652" y="6769938"/>
                </a:cubicBezTo>
                <a:lnTo>
                  <a:pt x="3175" y="6762581"/>
                </a:lnTo>
                <a:cubicBezTo>
                  <a:pt x="2117" y="4691878"/>
                  <a:pt x="1058" y="2310025"/>
                  <a:pt x="0" y="239322"/>
                </a:cubicBezTo>
                <a:cubicBezTo>
                  <a:pt x="1481354" y="69395"/>
                  <a:pt x="3313044" y="9793"/>
                  <a:pt x="4173849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nb-NO" dirty="0"/>
            </a:br>
            <a:r>
              <a:rPr lang="nb-NO" dirty="0"/>
              <a:t>           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B4EA86-E703-DC40-81E1-563572BAE5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7736" y="1623379"/>
            <a:ext cx="10296525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4B741-2AD2-8F4D-996C-F33E5B10A7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276" y="3872435"/>
            <a:ext cx="8593137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images </a:t>
            </a:r>
            <a:r>
              <a:rPr lang="nb-NO" dirty="0" err="1"/>
              <a:t>influences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. Place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contrast is best.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4944997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665E623C-94E5-8945-9866-E6D264106E59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-3173" y="89537"/>
            <a:ext cx="12209642" cy="6776288"/>
          </a:xfrm>
          <a:custGeom>
            <a:avLst/>
            <a:gdLst>
              <a:gd name="connsiteX0" fmla="*/ 4173849 w 12213430"/>
              <a:gd name="connsiteY0" fmla="*/ 0 h 6668949"/>
              <a:gd name="connsiteX1" fmla="*/ 5864223 w 12213430"/>
              <a:gd name="connsiteY1" fmla="*/ 18413 h 6668949"/>
              <a:gd name="connsiteX2" fmla="*/ 10334943 w 12213430"/>
              <a:gd name="connsiteY2" fmla="*/ 134890 h 6668949"/>
              <a:gd name="connsiteX3" fmla="*/ 10785474 w 12213430"/>
              <a:gd name="connsiteY3" fmla="*/ 141073 h 6668949"/>
              <a:gd name="connsiteX4" fmla="*/ 10785474 w 12213430"/>
              <a:gd name="connsiteY4" fmla="*/ 963452 h 6668949"/>
              <a:gd name="connsiteX5" fmla="*/ 10856104 w 12213430"/>
              <a:gd name="connsiteY5" fmla="*/ 1034082 h 6668949"/>
              <a:gd name="connsiteX6" fmla="*/ 11633911 w 12213430"/>
              <a:gd name="connsiteY6" fmla="*/ 1034082 h 6668949"/>
              <a:gd name="connsiteX7" fmla="*/ 11704541 w 12213430"/>
              <a:gd name="connsiteY7" fmla="*/ 963452 h 6668949"/>
              <a:gd name="connsiteX8" fmla="*/ 11704541 w 12213430"/>
              <a:gd name="connsiteY8" fmla="*/ 150472 h 6668949"/>
              <a:gd name="connsiteX9" fmla="*/ 12200794 w 12213430"/>
              <a:gd name="connsiteY9" fmla="*/ 150502 h 6668949"/>
              <a:gd name="connsiteX10" fmla="*/ 12200352 w 12213430"/>
              <a:gd name="connsiteY10" fmla="*/ 6427038 h 6668949"/>
              <a:gd name="connsiteX11" fmla="*/ 3175 w 12213430"/>
              <a:gd name="connsiteY11" fmla="*/ 6521281 h 6668949"/>
              <a:gd name="connsiteX12" fmla="*/ 0 w 12213430"/>
              <a:gd name="connsiteY12" fmla="*/ 239322 h 6668949"/>
              <a:gd name="connsiteX13" fmla="*/ 4173849 w 12213430"/>
              <a:gd name="connsiteY13" fmla="*/ 0 h 6668949"/>
              <a:gd name="connsiteX0" fmla="*/ 4173849 w 12213430"/>
              <a:gd name="connsiteY0" fmla="*/ 0 h 6785189"/>
              <a:gd name="connsiteX1" fmla="*/ 5864223 w 12213430"/>
              <a:gd name="connsiteY1" fmla="*/ 18413 h 6785189"/>
              <a:gd name="connsiteX2" fmla="*/ 10334943 w 12213430"/>
              <a:gd name="connsiteY2" fmla="*/ 134890 h 6785189"/>
              <a:gd name="connsiteX3" fmla="*/ 10785474 w 12213430"/>
              <a:gd name="connsiteY3" fmla="*/ 141073 h 6785189"/>
              <a:gd name="connsiteX4" fmla="*/ 10785474 w 12213430"/>
              <a:gd name="connsiteY4" fmla="*/ 963452 h 6785189"/>
              <a:gd name="connsiteX5" fmla="*/ 10856104 w 12213430"/>
              <a:gd name="connsiteY5" fmla="*/ 1034082 h 6785189"/>
              <a:gd name="connsiteX6" fmla="*/ 11633911 w 12213430"/>
              <a:gd name="connsiteY6" fmla="*/ 1034082 h 6785189"/>
              <a:gd name="connsiteX7" fmla="*/ 11704541 w 12213430"/>
              <a:gd name="connsiteY7" fmla="*/ 963452 h 6785189"/>
              <a:gd name="connsiteX8" fmla="*/ 11704541 w 12213430"/>
              <a:gd name="connsiteY8" fmla="*/ 150472 h 6785189"/>
              <a:gd name="connsiteX9" fmla="*/ 12200794 w 12213430"/>
              <a:gd name="connsiteY9" fmla="*/ 150502 h 6785189"/>
              <a:gd name="connsiteX10" fmla="*/ 12200352 w 12213430"/>
              <a:gd name="connsiteY10" fmla="*/ 6427038 h 6785189"/>
              <a:gd name="connsiteX11" fmla="*/ 3175 w 12213430"/>
              <a:gd name="connsiteY11" fmla="*/ 6775281 h 6785189"/>
              <a:gd name="connsiteX12" fmla="*/ 0 w 12213430"/>
              <a:gd name="connsiteY12" fmla="*/ 239322 h 6785189"/>
              <a:gd name="connsiteX13" fmla="*/ 4173849 w 12213430"/>
              <a:gd name="connsiteY13" fmla="*/ 0 h 6785189"/>
              <a:gd name="connsiteX0" fmla="*/ 4173849 w 12213430"/>
              <a:gd name="connsiteY0" fmla="*/ 0 h 6775281"/>
              <a:gd name="connsiteX1" fmla="*/ 5864223 w 12213430"/>
              <a:gd name="connsiteY1" fmla="*/ 18413 h 6775281"/>
              <a:gd name="connsiteX2" fmla="*/ 10334943 w 12213430"/>
              <a:gd name="connsiteY2" fmla="*/ 134890 h 6775281"/>
              <a:gd name="connsiteX3" fmla="*/ 10785474 w 12213430"/>
              <a:gd name="connsiteY3" fmla="*/ 141073 h 6775281"/>
              <a:gd name="connsiteX4" fmla="*/ 10785474 w 12213430"/>
              <a:gd name="connsiteY4" fmla="*/ 963452 h 6775281"/>
              <a:gd name="connsiteX5" fmla="*/ 10856104 w 12213430"/>
              <a:gd name="connsiteY5" fmla="*/ 1034082 h 6775281"/>
              <a:gd name="connsiteX6" fmla="*/ 11633911 w 12213430"/>
              <a:gd name="connsiteY6" fmla="*/ 1034082 h 6775281"/>
              <a:gd name="connsiteX7" fmla="*/ 11704541 w 12213430"/>
              <a:gd name="connsiteY7" fmla="*/ 963452 h 6775281"/>
              <a:gd name="connsiteX8" fmla="*/ 11704541 w 12213430"/>
              <a:gd name="connsiteY8" fmla="*/ 150472 h 6775281"/>
              <a:gd name="connsiteX9" fmla="*/ 12200794 w 12213430"/>
              <a:gd name="connsiteY9" fmla="*/ 150502 h 6775281"/>
              <a:gd name="connsiteX10" fmla="*/ 12200352 w 12213430"/>
              <a:gd name="connsiteY10" fmla="*/ 6427038 h 6775281"/>
              <a:gd name="connsiteX11" fmla="*/ 3175 w 12213430"/>
              <a:gd name="connsiteY11" fmla="*/ 6775281 h 6775281"/>
              <a:gd name="connsiteX12" fmla="*/ 0 w 12213430"/>
              <a:gd name="connsiteY12" fmla="*/ 239322 h 6775281"/>
              <a:gd name="connsiteX13" fmla="*/ 4173849 w 12213430"/>
              <a:gd name="connsiteY13" fmla="*/ 0 h 6775281"/>
              <a:gd name="connsiteX0" fmla="*/ 4173849 w 12209642"/>
              <a:gd name="connsiteY0" fmla="*/ 0 h 6776288"/>
              <a:gd name="connsiteX1" fmla="*/ 5864223 w 12209642"/>
              <a:gd name="connsiteY1" fmla="*/ 18413 h 6776288"/>
              <a:gd name="connsiteX2" fmla="*/ 10334943 w 12209642"/>
              <a:gd name="connsiteY2" fmla="*/ 134890 h 6776288"/>
              <a:gd name="connsiteX3" fmla="*/ 10785474 w 12209642"/>
              <a:gd name="connsiteY3" fmla="*/ 141073 h 6776288"/>
              <a:gd name="connsiteX4" fmla="*/ 10785474 w 12209642"/>
              <a:gd name="connsiteY4" fmla="*/ 963452 h 6776288"/>
              <a:gd name="connsiteX5" fmla="*/ 10856104 w 12209642"/>
              <a:gd name="connsiteY5" fmla="*/ 1034082 h 6776288"/>
              <a:gd name="connsiteX6" fmla="*/ 11633911 w 12209642"/>
              <a:gd name="connsiteY6" fmla="*/ 1034082 h 6776288"/>
              <a:gd name="connsiteX7" fmla="*/ 11704541 w 12209642"/>
              <a:gd name="connsiteY7" fmla="*/ 963452 h 6776288"/>
              <a:gd name="connsiteX8" fmla="*/ 11704541 w 12209642"/>
              <a:gd name="connsiteY8" fmla="*/ 150472 h 6776288"/>
              <a:gd name="connsiteX9" fmla="*/ 12200794 w 12209642"/>
              <a:gd name="connsiteY9" fmla="*/ 150502 h 6776288"/>
              <a:gd name="connsiteX10" fmla="*/ 12187652 w 12209642"/>
              <a:gd name="connsiteY10" fmla="*/ 6776288 h 6776288"/>
              <a:gd name="connsiteX11" fmla="*/ 3175 w 12209642"/>
              <a:gd name="connsiteY11" fmla="*/ 6775281 h 6776288"/>
              <a:gd name="connsiteX12" fmla="*/ 0 w 12209642"/>
              <a:gd name="connsiteY12" fmla="*/ 239322 h 6776288"/>
              <a:gd name="connsiteX13" fmla="*/ 4173849 w 12209642"/>
              <a:gd name="connsiteY13" fmla="*/ 0 h 67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9642" h="6776288">
                <a:moveTo>
                  <a:pt x="4173849" y="0"/>
                </a:moveTo>
                <a:lnTo>
                  <a:pt x="5864223" y="18413"/>
                </a:lnTo>
                <a:lnTo>
                  <a:pt x="10334943" y="134890"/>
                </a:lnTo>
                <a:lnTo>
                  <a:pt x="10785474" y="141073"/>
                </a:lnTo>
                <a:lnTo>
                  <a:pt x="10785474" y="963452"/>
                </a:lnTo>
                <a:cubicBezTo>
                  <a:pt x="10785474" y="1002460"/>
                  <a:pt x="10817096" y="1034082"/>
                  <a:pt x="10856104" y="1034082"/>
                </a:cubicBezTo>
                <a:lnTo>
                  <a:pt x="11633911" y="1034082"/>
                </a:lnTo>
                <a:cubicBezTo>
                  <a:pt x="11672919" y="1034082"/>
                  <a:pt x="11704541" y="1002460"/>
                  <a:pt x="11704541" y="963452"/>
                </a:cubicBezTo>
                <a:lnTo>
                  <a:pt x="11704541" y="150472"/>
                </a:lnTo>
                <a:lnTo>
                  <a:pt x="12200794" y="150502"/>
                </a:lnTo>
                <a:cubicBezTo>
                  <a:pt x="12221951" y="2609991"/>
                  <a:pt x="12200124" y="4582776"/>
                  <a:pt x="12187652" y="6776288"/>
                </a:cubicBezTo>
                <a:lnTo>
                  <a:pt x="3175" y="6775281"/>
                </a:lnTo>
                <a:cubicBezTo>
                  <a:pt x="2117" y="4704578"/>
                  <a:pt x="1058" y="2310025"/>
                  <a:pt x="0" y="239322"/>
                </a:cubicBezTo>
                <a:cubicBezTo>
                  <a:pt x="1481354" y="69395"/>
                  <a:pt x="3313044" y="9793"/>
                  <a:pt x="4173849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	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video</a:t>
            </a:r>
          </a:p>
        </p:txBody>
      </p:sp>
    </p:spTree>
    <p:extLst>
      <p:ext uri="{BB962C8B-B14F-4D97-AF65-F5344CB8AC3E}">
        <p14:creationId xmlns:p14="http://schemas.microsoft.com/office/powerpoint/2010/main" val="4014301598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rå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B75A9EE-34F2-C04E-A6AA-1C79900F16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1906676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76C7B2-1516-3E4F-A044-785CAEBB681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98662" y="206093"/>
            <a:ext cx="4047047" cy="6674891"/>
          </a:xfrm>
          <a:custGeom>
            <a:avLst/>
            <a:gdLst>
              <a:gd name="connsiteX0" fmla="*/ 1671904 w 4008947"/>
              <a:gd name="connsiteY0" fmla="*/ 0 h 6557775"/>
              <a:gd name="connsiteX1" fmla="*/ 3194878 w 4008947"/>
              <a:gd name="connsiteY1" fmla="*/ 36537 h 6557775"/>
              <a:gd name="connsiteX2" fmla="*/ 3342363 w 4008947"/>
              <a:gd name="connsiteY2" fmla="*/ 37168 h 6557775"/>
              <a:gd name="connsiteX3" fmla="*/ 3348713 w 4008947"/>
              <a:gd name="connsiteY3" fmla="*/ 850063 h 6557775"/>
              <a:gd name="connsiteX4" fmla="*/ 3416173 w 4008947"/>
              <a:gd name="connsiteY4" fmla="*/ 917523 h 6557775"/>
              <a:gd name="connsiteX5" fmla="*/ 4008947 w 4008947"/>
              <a:gd name="connsiteY5" fmla="*/ 917523 h 6557775"/>
              <a:gd name="connsiteX6" fmla="*/ 3700290 w 4008947"/>
              <a:gd name="connsiteY6" fmla="*/ 2138772 h 6557775"/>
              <a:gd name="connsiteX7" fmla="*/ 3696964 w 4008947"/>
              <a:gd name="connsiteY7" fmla="*/ 2138772 h 6557775"/>
              <a:gd name="connsiteX8" fmla="*/ 3142479 w 4008947"/>
              <a:gd name="connsiteY8" fmla="*/ 4349958 h 6557775"/>
              <a:gd name="connsiteX9" fmla="*/ 3143397 w 4008947"/>
              <a:gd name="connsiteY9" fmla="*/ 4349958 h 6557775"/>
              <a:gd name="connsiteX10" fmla="*/ 2610068 w 4008947"/>
              <a:gd name="connsiteY10" fmla="*/ 6495080 h 6557775"/>
              <a:gd name="connsiteX11" fmla="*/ 0 w 4008947"/>
              <a:gd name="connsiteY11" fmla="*/ 6549055 h 6557775"/>
              <a:gd name="connsiteX12" fmla="*/ 562632 w 4008947"/>
              <a:gd name="connsiteY12" fmla="*/ 4349958 h 6557775"/>
              <a:gd name="connsiteX13" fmla="*/ 560986 w 4008947"/>
              <a:gd name="connsiteY13" fmla="*/ 4349958 h 6557775"/>
              <a:gd name="connsiteX14" fmla="*/ 1117268 w 4008947"/>
              <a:gd name="connsiteY14" fmla="*/ 2134509 h 6557775"/>
              <a:gd name="connsiteX15" fmla="*/ 1119891 w 4008947"/>
              <a:gd name="connsiteY15" fmla="*/ 2134509 h 6557775"/>
              <a:gd name="connsiteX16" fmla="*/ 1257371 w 4008947"/>
              <a:gd name="connsiteY16" fmla="*/ 1598721 h 6557775"/>
              <a:gd name="connsiteX17" fmla="*/ 1671904 w 4008947"/>
              <a:gd name="connsiteY17" fmla="*/ 0 h 6557775"/>
              <a:gd name="connsiteX0" fmla="*/ 1671904 w 4008947"/>
              <a:gd name="connsiteY0" fmla="*/ 0 h 6663329"/>
              <a:gd name="connsiteX1" fmla="*/ 3194878 w 4008947"/>
              <a:gd name="connsiteY1" fmla="*/ 36537 h 6663329"/>
              <a:gd name="connsiteX2" fmla="*/ 3342363 w 4008947"/>
              <a:gd name="connsiteY2" fmla="*/ 37168 h 6663329"/>
              <a:gd name="connsiteX3" fmla="*/ 3348713 w 4008947"/>
              <a:gd name="connsiteY3" fmla="*/ 850063 h 6663329"/>
              <a:gd name="connsiteX4" fmla="*/ 3416173 w 4008947"/>
              <a:gd name="connsiteY4" fmla="*/ 917523 h 6663329"/>
              <a:gd name="connsiteX5" fmla="*/ 4008947 w 4008947"/>
              <a:gd name="connsiteY5" fmla="*/ 917523 h 6663329"/>
              <a:gd name="connsiteX6" fmla="*/ 3700290 w 4008947"/>
              <a:gd name="connsiteY6" fmla="*/ 2138772 h 6663329"/>
              <a:gd name="connsiteX7" fmla="*/ 3696964 w 4008947"/>
              <a:gd name="connsiteY7" fmla="*/ 2138772 h 6663329"/>
              <a:gd name="connsiteX8" fmla="*/ 3142479 w 4008947"/>
              <a:gd name="connsiteY8" fmla="*/ 4349958 h 6663329"/>
              <a:gd name="connsiteX9" fmla="*/ 3143397 w 4008947"/>
              <a:gd name="connsiteY9" fmla="*/ 4349958 h 6663329"/>
              <a:gd name="connsiteX10" fmla="*/ 2571968 w 4008947"/>
              <a:gd name="connsiteY10" fmla="*/ 6660180 h 6663329"/>
              <a:gd name="connsiteX11" fmla="*/ 0 w 4008947"/>
              <a:gd name="connsiteY11" fmla="*/ 6549055 h 6663329"/>
              <a:gd name="connsiteX12" fmla="*/ 562632 w 4008947"/>
              <a:gd name="connsiteY12" fmla="*/ 4349958 h 6663329"/>
              <a:gd name="connsiteX13" fmla="*/ 560986 w 4008947"/>
              <a:gd name="connsiteY13" fmla="*/ 4349958 h 6663329"/>
              <a:gd name="connsiteX14" fmla="*/ 1117268 w 4008947"/>
              <a:gd name="connsiteY14" fmla="*/ 2134509 h 6663329"/>
              <a:gd name="connsiteX15" fmla="*/ 1119891 w 4008947"/>
              <a:gd name="connsiteY15" fmla="*/ 2134509 h 6663329"/>
              <a:gd name="connsiteX16" fmla="*/ 1257371 w 4008947"/>
              <a:gd name="connsiteY16" fmla="*/ 1598721 h 6663329"/>
              <a:gd name="connsiteX17" fmla="*/ 1671904 w 4008947"/>
              <a:gd name="connsiteY17" fmla="*/ 0 h 6663329"/>
              <a:gd name="connsiteX0" fmla="*/ 1710004 w 4047047"/>
              <a:gd name="connsiteY0" fmla="*/ 0 h 6682432"/>
              <a:gd name="connsiteX1" fmla="*/ 3232978 w 4047047"/>
              <a:gd name="connsiteY1" fmla="*/ 36537 h 6682432"/>
              <a:gd name="connsiteX2" fmla="*/ 3380463 w 4047047"/>
              <a:gd name="connsiteY2" fmla="*/ 37168 h 6682432"/>
              <a:gd name="connsiteX3" fmla="*/ 3386813 w 4047047"/>
              <a:gd name="connsiteY3" fmla="*/ 850063 h 6682432"/>
              <a:gd name="connsiteX4" fmla="*/ 3454273 w 4047047"/>
              <a:gd name="connsiteY4" fmla="*/ 917523 h 6682432"/>
              <a:gd name="connsiteX5" fmla="*/ 4047047 w 4047047"/>
              <a:gd name="connsiteY5" fmla="*/ 917523 h 6682432"/>
              <a:gd name="connsiteX6" fmla="*/ 3738390 w 4047047"/>
              <a:gd name="connsiteY6" fmla="*/ 2138772 h 6682432"/>
              <a:gd name="connsiteX7" fmla="*/ 3735064 w 4047047"/>
              <a:gd name="connsiteY7" fmla="*/ 2138772 h 6682432"/>
              <a:gd name="connsiteX8" fmla="*/ 3180579 w 4047047"/>
              <a:gd name="connsiteY8" fmla="*/ 4349958 h 6682432"/>
              <a:gd name="connsiteX9" fmla="*/ 3181497 w 4047047"/>
              <a:gd name="connsiteY9" fmla="*/ 4349958 h 6682432"/>
              <a:gd name="connsiteX10" fmla="*/ 2610068 w 4047047"/>
              <a:gd name="connsiteY10" fmla="*/ 6660180 h 6682432"/>
              <a:gd name="connsiteX11" fmla="*/ 0 w 4047047"/>
              <a:gd name="connsiteY11" fmla="*/ 6663355 h 6682432"/>
              <a:gd name="connsiteX12" fmla="*/ 600732 w 4047047"/>
              <a:gd name="connsiteY12" fmla="*/ 4349958 h 6682432"/>
              <a:gd name="connsiteX13" fmla="*/ 599086 w 4047047"/>
              <a:gd name="connsiteY13" fmla="*/ 4349958 h 6682432"/>
              <a:gd name="connsiteX14" fmla="*/ 1155368 w 4047047"/>
              <a:gd name="connsiteY14" fmla="*/ 2134509 h 6682432"/>
              <a:gd name="connsiteX15" fmla="*/ 1157991 w 4047047"/>
              <a:gd name="connsiteY15" fmla="*/ 2134509 h 6682432"/>
              <a:gd name="connsiteX16" fmla="*/ 1295471 w 4047047"/>
              <a:gd name="connsiteY16" fmla="*/ 1598721 h 6682432"/>
              <a:gd name="connsiteX17" fmla="*/ 1710004 w 4047047"/>
              <a:gd name="connsiteY17" fmla="*/ 0 h 6682432"/>
              <a:gd name="connsiteX0" fmla="*/ 1710004 w 4047047"/>
              <a:gd name="connsiteY0" fmla="*/ 0 h 6674891"/>
              <a:gd name="connsiteX1" fmla="*/ 3232978 w 4047047"/>
              <a:gd name="connsiteY1" fmla="*/ 36537 h 6674891"/>
              <a:gd name="connsiteX2" fmla="*/ 3380463 w 4047047"/>
              <a:gd name="connsiteY2" fmla="*/ 37168 h 6674891"/>
              <a:gd name="connsiteX3" fmla="*/ 3386813 w 4047047"/>
              <a:gd name="connsiteY3" fmla="*/ 850063 h 6674891"/>
              <a:gd name="connsiteX4" fmla="*/ 3454273 w 4047047"/>
              <a:gd name="connsiteY4" fmla="*/ 917523 h 6674891"/>
              <a:gd name="connsiteX5" fmla="*/ 4047047 w 4047047"/>
              <a:gd name="connsiteY5" fmla="*/ 917523 h 6674891"/>
              <a:gd name="connsiteX6" fmla="*/ 3738390 w 4047047"/>
              <a:gd name="connsiteY6" fmla="*/ 2138772 h 6674891"/>
              <a:gd name="connsiteX7" fmla="*/ 3735064 w 4047047"/>
              <a:gd name="connsiteY7" fmla="*/ 2138772 h 6674891"/>
              <a:gd name="connsiteX8" fmla="*/ 3180579 w 4047047"/>
              <a:gd name="connsiteY8" fmla="*/ 4349958 h 6674891"/>
              <a:gd name="connsiteX9" fmla="*/ 3181497 w 4047047"/>
              <a:gd name="connsiteY9" fmla="*/ 4349958 h 6674891"/>
              <a:gd name="connsiteX10" fmla="*/ 2610068 w 4047047"/>
              <a:gd name="connsiteY10" fmla="*/ 6660180 h 6674891"/>
              <a:gd name="connsiteX11" fmla="*/ 0 w 4047047"/>
              <a:gd name="connsiteY11" fmla="*/ 6663355 h 6674891"/>
              <a:gd name="connsiteX12" fmla="*/ 600732 w 4047047"/>
              <a:gd name="connsiteY12" fmla="*/ 4349958 h 6674891"/>
              <a:gd name="connsiteX13" fmla="*/ 599086 w 4047047"/>
              <a:gd name="connsiteY13" fmla="*/ 4349958 h 6674891"/>
              <a:gd name="connsiteX14" fmla="*/ 1155368 w 4047047"/>
              <a:gd name="connsiteY14" fmla="*/ 2134509 h 6674891"/>
              <a:gd name="connsiteX15" fmla="*/ 1157991 w 4047047"/>
              <a:gd name="connsiteY15" fmla="*/ 2134509 h 6674891"/>
              <a:gd name="connsiteX16" fmla="*/ 1295471 w 4047047"/>
              <a:gd name="connsiteY16" fmla="*/ 1598721 h 6674891"/>
              <a:gd name="connsiteX17" fmla="*/ 1710004 w 4047047"/>
              <a:gd name="connsiteY17" fmla="*/ 0 h 667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047047" h="6674891">
                <a:moveTo>
                  <a:pt x="1710004" y="0"/>
                </a:moveTo>
                <a:lnTo>
                  <a:pt x="3232978" y="36537"/>
                </a:lnTo>
                <a:lnTo>
                  <a:pt x="3380463" y="37168"/>
                </a:lnTo>
                <a:cubicBezTo>
                  <a:pt x="3381521" y="304958"/>
                  <a:pt x="3385755" y="582273"/>
                  <a:pt x="3386813" y="850063"/>
                </a:cubicBezTo>
                <a:cubicBezTo>
                  <a:pt x="3386813" y="887320"/>
                  <a:pt x="3417016" y="917523"/>
                  <a:pt x="3454273" y="917523"/>
                </a:cubicBezTo>
                <a:lnTo>
                  <a:pt x="4047047" y="917523"/>
                </a:lnTo>
                <a:lnTo>
                  <a:pt x="3738390" y="2138772"/>
                </a:lnTo>
                <a:lnTo>
                  <a:pt x="3735064" y="2138772"/>
                </a:lnTo>
                <a:lnTo>
                  <a:pt x="3180579" y="4349958"/>
                </a:lnTo>
                <a:lnTo>
                  <a:pt x="3181497" y="4349958"/>
                </a:lnTo>
                <a:cubicBezTo>
                  <a:pt x="3003721" y="5064999"/>
                  <a:pt x="2787844" y="5945139"/>
                  <a:pt x="2610068" y="6660180"/>
                </a:cubicBezTo>
                <a:cubicBezTo>
                  <a:pt x="1682895" y="6682405"/>
                  <a:pt x="1060523" y="6676055"/>
                  <a:pt x="0" y="6663355"/>
                </a:cubicBezTo>
                <a:lnTo>
                  <a:pt x="600732" y="4349958"/>
                </a:lnTo>
                <a:lnTo>
                  <a:pt x="599086" y="4349958"/>
                </a:lnTo>
                <a:lnTo>
                  <a:pt x="1155368" y="2134509"/>
                </a:lnTo>
                <a:lnTo>
                  <a:pt x="1157991" y="2134509"/>
                </a:lnTo>
                <a:lnTo>
                  <a:pt x="1295471" y="1598721"/>
                </a:lnTo>
                <a:cubicBezTo>
                  <a:pt x="1433649" y="1065814"/>
                  <a:pt x="1570934" y="548981"/>
                  <a:pt x="1710004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		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413EE75-C434-F048-A403-D8E34533E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7738" y="2796859"/>
            <a:ext cx="5563625" cy="2753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868175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k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7" y="-11575"/>
            <a:ext cx="11145170" cy="6908972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>
            <a:cxnSpLocks/>
          </p:cNvCxnSpPr>
          <p:nvPr userDrawn="1"/>
        </p:nvCxnSpPr>
        <p:spPr>
          <a:xfrm>
            <a:off x="955119" y="3662651"/>
            <a:ext cx="615041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4003392"/>
            <a:ext cx="4339542" cy="94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 err="1"/>
              <a:t>Closing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or </a:t>
            </a:r>
            <a:r>
              <a:rPr lang="nb-NO" dirty="0" err="1"/>
              <a:t>perhaps</a:t>
            </a:r>
            <a:r>
              <a:rPr lang="nb-NO" dirty="0"/>
              <a:t> </a:t>
            </a:r>
            <a:r>
              <a:rPr lang="nb-NO" dirty="0" err="1"/>
              <a:t>contact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17A3FE-1B85-044F-8601-1722B646A412}"/>
              </a:ext>
            </a:extLst>
          </p:cNvPr>
          <p:cNvSpPr txBox="1"/>
          <p:nvPr userDrawn="1"/>
        </p:nvSpPr>
        <p:spPr>
          <a:xfrm>
            <a:off x="2907838" y="1564296"/>
            <a:ext cx="54668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 m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informa</a:t>
            </a:r>
            <a:r>
              <a:rPr lang="nb-NO" sz="4400" b="1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tion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NO" sz="5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NO" sz="280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www.ntnu.</a:t>
            </a:r>
            <a:r>
              <a:rPr lang="nb-NO" sz="280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edu</a:t>
            </a:r>
            <a:endParaRPr lang="en-NO" sz="280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E79D1F98-29B5-F4CA-176C-08B6AFFB5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6AF2A64A-33D4-A1A0-4083-444C652D4AD1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D0F76CC8-C0BB-33AE-5280-CF28FECD19D2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Sylinder 8">
            <a:extLst>
              <a:ext uri="{FF2B5EF4-FFF2-40B4-BE49-F238E27FC236}">
                <a16:creationId xmlns:a16="http://schemas.microsoft.com/office/drawing/2014/main" id="{2BA661E0-78E4-4EFF-D5F6-E90C36725785}"/>
              </a:ext>
            </a:extLst>
          </p:cNvPr>
          <p:cNvSpPr txBox="1"/>
          <p:nvPr userDrawn="1"/>
        </p:nvSpPr>
        <p:spPr>
          <a:xfrm>
            <a:off x="487013" y="6253788"/>
            <a:ext cx="597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 – first slide and this slide: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Gløshaugen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b="0" i="0" u="none" strike="noStrike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Mentz </a:t>
            </a:r>
            <a:r>
              <a:rPr lang="en-GB" sz="1200" b="0" i="0" u="none" strike="noStrike" dirty="0" err="1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Indergaard</a:t>
            </a:r>
            <a:r>
              <a:rPr lang="en-GB" sz="1200" b="0" i="0" u="none" strike="noStrike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/NTNU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Gjøvik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Espen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Taftø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Vestad/NTNU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|  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Ålesund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Sissel Basso/NTNU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Bilde 10" descr="QR code leading to www.ntnu.edu">
            <a:extLst>
              <a:ext uri="{FF2B5EF4-FFF2-40B4-BE49-F238E27FC236}">
                <a16:creationId xmlns:a16="http://schemas.microsoft.com/office/drawing/2014/main" id="{C5E43CA9-FFA9-D9F7-7C77-995020EFE5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4877" y="1611810"/>
            <a:ext cx="1813019" cy="18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43397"/>
      </p:ext>
    </p:extLst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8" y="-11575"/>
            <a:ext cx="11182703" cy="6901254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/>
          <p:nvPr userDrawn="1"/>
        </p:nvCxnSpPr>
        <p:spPr>
          <a:xfrm>
            <a:off x="1753026" y="3427171"/>
            <a:ext cx="43395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5363" y="3741824"/>
            <a:ext cx="4339542" cy="19611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Opening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slide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Theme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title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here</a:t>
            </a: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Affiliation</a:t>
            </a:r>
            <a:r>
              <a:rPr kumimoji="0" lang="nb-NO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?</a:t>
            </a:r>
            <a:endParaRPr lang="nb-NO" dirty="0"/>
          </a:p>
        </p:txBody>
      </p:sp>
      <p:pic>
        <p:nvPicPr>
          <p:cNvPr id="2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2919F085-2805-A4DA-9CBA-E71E3E24CD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365B3039-9D52-7BE0-885A-B78DB395DE0E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FEB7C32B-6C5B-5ED4-7EA3-AF626767B1AE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Bilde 6" descr="The logo of NTNU with the subtitle the norwegian university of science and technology">
            <a:extLst>
              <a:ext uri="{FF2B5EF4-FFF2-40B4-BE49-F238E27FC236}">
                <a16:creationId xmlns:a16="http://schemas.microsoft.com/office/drawing/2014/main" id="{C6FBC81D-BF72-B1F4-9E04-33A732FF2C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609" y="1059614"/>
            <a:ext cx="5397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05345"/>
      </p:ext>
    </p:extLst>
  </p:cSld>
  <p:clrMapOvr>
    <a:masterClrMapping/>
  </p:clrMapOvr>
  <p:transition spd="slow"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EAACED8-900A-8F6D-2534-01CDDADBA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bg1">
                    <a:lumMod val="25000"/>
                  </a:schemeClr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0AE1222F-0A17-CB0B-314D-E7905130CB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95" y="1452095"/>
            <a:ext cx="11016867" cy="49950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>
                    <a:lumMod val="10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10000"/>
                  </a:schemeClr>
                </a:solidFill>
              </a:defRPr>
            </a:lvl2pPr>
            <a:lvl3pPr>
              <a:defRPr sz="21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9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7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edit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styles in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template</a:t>
            </a:r>
            <a:endParaRPr lang="nb-NO" dirty="0"/>
          </a:p>
          <a:p>
            <a:pPr lvl="1"/>
            <a:r>
              <a:rPr lang="nb-NO" dirty="0"/>
              <a:t>Second </a:t>
            </a:r>
            <a:r>
              <a:rPr lang="nb-NO" dirty="0" err="1"/>
              <a:t>level</a:t>
            </a:r>
            <a:endParaRPr lang="nb-NO" dirty="0"/>
          </a:p>
          <a:p>
            <a:pPr lvl="2"/>
            <a:r>
              <a:rPr lang="nb-NO" dirty="0"/>
              <a:t>Third </a:t>
            </a:r>
            <a:r>
              <a:rPr lang="nb-NO" dirty="0" err="1"/>
              <a:t>level</a:t>
            </a:r>
            <a:endParaRPr lang="nb-NO" dirty="0"/>
          </a:p>
          <a:p>
            <a:pPr lvl="3"/>
            <a:r>
              <a:rPr lang="nb-NO" dirty="0" err="1"/>
              <a:t>fourth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  <a:p>
            <a:pPr lvl="4"/>
            <a:r>
              <a:rPr lang="nb-NO" dirty="0" err="1"/>
              <a:t>fifth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03153748"/>
      </p:ext>
    </p:extLst>
  </p:cSld>
  <p:clrMapOvr>
    <a:masterClrMapping/>
  </p:clrMapOvr>
  <p:transition spd="slow"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80638" y="2148369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2" name="Oval 3">
            <a:extLst>
              <a:ext uri="{FF2B5EF4-FFF2-40B4-BE49-F238E27FC236}">
                <a16:creationId xmlns:a16="http://schemas.microsoft.com/office/drawing/2014/main" id="{D111164C-74E9-CD42-8B94-00226077207E}"/>
              </a:ext>
            </a:extLst>
          </p:cNvPr>
          <p:cNvSpPr/>
          <p:nvPr userDrawn="1"/>
        </p:nvSpPr>
        <p:spPr>
          <a:xfrm>
            <a:off x="4581993" y="569725"/>
            <a:ext cx="828749" cy="5800153"/>
          </a:xfrm>
          <a:custGeom>
            <a:avLst/>
            <a:gdLst>
              <a:gd name="connsiteX0" fmla="*/ 0 w 1244184"/>
              <a:gd name="connsiteY0" fmla="*/ 2885607 h 5771213"/>
              <a:gd name="connsiteX1" fmla="*/ 622092 w 1244184"/>
              <a:gd name="connsiteY1" fmla="*/ 0 h 5771213"/>
              <a:gd name="connsiteX2" fmla="*/ 1244184 w 1244184"/>
              <a:gd name="connsiteY2" fmla="*/ 2885607 h 5771213"/>
              <a:gd name="connsiteX3" fmla="*/ 622092 w 1244184"/>
              <a:gd name="connsiteY3" fmla="*/ 5771214 h 5771213"/>
              <a:gd name="connsiteX4" fmla="*/ 0 w 1244184"/>
              <a:gd name="connsiteY4" fmla="*/ 2885607 h 5771213"/>
              <a:gd name="connsiteX0" fmla="*/ 0 w 1244184"/>
              <a:gd name="connsiteY0" fmla="*/ 2885639 h 5771246"/>
              <a:gd name="connsiteX1" fmla="*/ 622092 w 1244184"/>
              <a:gd name="connsiteY1" fmla="*/ 32 h 5771246"/>
              <a:gd name="connsiteX2" fmla="*/ 1244184 w 1244184"/>
              <a:gd name="connsiteY2" fmla="*/ 2885639 h 5771246"/>
              <a:gd name="connsiteX3" fmla="*/ 622092 w 1244184"/>
              <a:gd name="connsiteY3" fmla="*/ 5771246 h 5771246"/>
              <a:gd name="connsiteX4" fmla="*/ 0 w 1244184"/>
              <a:gd name="connsiteY4" fmla="*/ 2885639 h 5771246"/>
              <a:gd name="connsiteX0" fmla="*/ 0 w 1244184"/>
              <a:gd name="connsiteY0" fmla="*/ 2885639 h 5771246"/>
              <a:gd name="connsiteX1" fmla="*/ 622092 w 1244184"/>
              <a:gd name="connsiteY1" fmla="*/ 32 h 5771246"/>
              <a:gd name="connsiteX2" fmla="*/ 1244184 w 1244184"/>
              <a:gd name="connsiteY2" fmla="*/ 2885639 h 5771246"/>
              <a:gd name="connsiteX3" fmla="*/ 622092 w 1244184"/>
              <a:gd name="connsiteY3" fmla="*/ 5771246 h 5771246"/>
              <a:gd name="connsiteX4" fmla="*/ 0 w 1244184"/>
              <a:gd name="connsiteY4" fmla="*/ 2885639 h 5771246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742865"/>
              <a:gd name="connsiteY0" fmla="*/ 2885607 h 5771214"/>
              <a:gd name="connsiteX1" fmla="*/ 622092 w 742865"/>
              <a:gd name="connsiteY1" fmla="*/ 0 h 5771214"/>
              <a:gd name="connsiteX2" fmla="*/ 639595 w 742865"/>
              <a:gd name="connsiteY2" fmla="*/ 2885607 h 5771214"/>
              <a:gd name="connsiteX3" fmla="*/ 622092 w 742865"/>
              <a:gd name="connsiteY3" fmla="*/ 5771214 h 5771214"/>
              <a:gd name="connsiteX4" fmla="*/ 0 w 742865"/>
              <a:gd name="connsiteY4" fmla="*/ 2885607 h 5771214"/>
              <a:gd name="connsiteX0" fmla="*/ 0 w 739540"/>
              <a:gd name="connsiteY0" fmla="*/ 2885607 h 5771214"/>
              <a:gd name="connsiteX1" fmla="*/ 622092 w 739540"/>
              <a:gd name="connsiteY1" fmla="*/ 0 h 5771214"/>
              <a:gd name="connsiteX2" fmla="*/ 639595 w 739540"/>
              <a:gd name="connsiteY2" fmla="*/ 2885607 h 5771214"/>
              <a:gd name="connsiteX3" fmla="*/ 622092 w 739540"/>
              <a:gd name="connsiteY3" fmla="*/ 5771214 h 5771214"/>
              <a:gd name="connsiteX4" fmla="*/ 0 w 739540"/>
              <a:gd name="connsiteY4" fmla="*/ 2885607 h 5771214"/>
              <a:gd name="connsiteX0" fmla="*/ 2958 w 856947"/>
              <a:gd name="connsiteY0" fmla="*/ 2833141 h 5718748"/>
              <a:gd name="connsiteX1" fmla="*/ 856947 w 856947"/>
              <a:gd name="connsiteY1" fmla="*/ 0 h 5718748"/>
              <a:gd name="connsiteX2" fmla="*/ 642553 w 856947"/>
              <a:gd name="connsiteY2" fmla="*/ 2833141 h 5718748"/>
              <a:gd name="connsiteX3" fmla="*/ 625050 w 856947"/>
              <a:gd name="connsiteY3" fmla="*/ 5718748 h 5718748"/>
              <a:gd name="connsiteX4" fmla="*/ 2958 w 856947"/>
              <a:gd name="connsiteY4" fmla="*/ 2833141 h 5718748"/>
              <a:gd name="connsiteX0" fmla="*/ 2958 w 856947"/>
              <a:gd name="connsiteY0" fmla="*/ 2833141 h 5718748"/>
              <a:gd name="connsiteX1" fmla="*/ 856947 w 856947"/>
              <a:gd name="connsiteY1" fmla="*/ 0 h 5718748"/>
              <a:gd name="connsiteX2" fmla="*/ 642553 w 856947"/>
              <a:gd name="connsiteY2" fmla="*/ 2833141 h 5718748"/>
              <a:gd name="connsiteX3" fmla="*/ 625050 w 856947"/>
              <a:gd name="connsiteY3" fmla="*/ 5718748 h 5718748"/>
              <a:gd name="connsiteX4" fmla="*/ 2958 w 856947"/>
              <a:gd name="connsiteY4" fmla="*/ 2833141 h 5718748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639839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548736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548736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134 w 936944"/>
              <a:gd name="connsiteY0" fmla="*/ 2829966 h 5708078"/>
              <a:gd name="connsiteX1" fmla="*/ 875174 w 936944"/>
              <a:gd name="connsiteY1" fmla="*/ 0 h 5708078"/>
              <a:gd name="connsiteX2" fmla="*/ 548626 w 936944"/>
              <a:gd name="connsiteY2" fmla="*/ 2829966 h 5708078"/>
              <a:gd name="connsiteX3" fmla="*/ 936944 w 936944"/>
              <a:gd name="connsiteY3" fmla="*/ 5708078 h 5708078"/>
              <a:gd name="connsiteX4" fmla="*/ 134 w 936944"/>
              <a:gd name="connsiteY4" fmla="*/ 2829966 h 5708078"/>
              <a:gd name="connsiteX0" fmla="*/ 133 w 936943"/>
              <a:gd name="connsiteY0" fmla="*/ 2829966 h 5708078"/>
              <a:gd name="connsiteX1" fmla="*/ 875173 w 936943"/>
              <a:gd name="connsiteY1" fmla="*/ 0 h 5708078"/>
              <a:gd name="connsiteX2" fmla="*/ 548625 w 936943"/>
              <a:gd name="connsiteY2" fmla="*/ 2829966 h 5708078"/>
              <a:gd name="connsiteX3" fmla="*/ 936943 w 936943"/>
              <a:gd name="connsiteY3" fmla="*/ 5708078 h 5708078"/>
              <a:gd name="connsiteX4" fmla="*/ 133 w 936943"/>
              <a:gd name="connsiteY4" fmla="*/ 2829966 h 5708078"/>
              <a:gd name="connsiteX0" fmla="*/ 39 w 936849"/>
              <a:gd name="connsiteY0" fmla="*/ 2912516 h 5790628"/>
              <a:gd name="connsiteX1" fmla="*/ 903145 w 936849"/>
              <a:gd name="connsiteY1" fmla="*/ 0 h 5790628"/>
              <a:gd name="connsiteX2" fmla="*/ 548531 w 936849"/>
              <a:gd name="connsiteY2" fmla="*/ 2912516 h 5790628"/>
              <a:gd name="connsiteX3" fmla="*/ 936849 w 936849"/>
              <a:gd name="connsiteY3" fmla="*/ 5790628 h 5790628"/>
              <a:gd name="connsiteX4" fmla="*/ 39 w 936849"/>
              <a:gd name="connsiteY4" fmla="*/ 2912516 h 5790628"/>
              <a:gd name="connsiteX0" fmla="*/ 39 w 936849"/>
              <a:gd name="connsiteY0" fmla="*/ 2912516 h 5790628"/>
              <a:gd name="connsiteX1" fmla="*/ 903145 w 936849"/>
              <a:gd name="connsiteY1" fmla="*/ 0 h 5790628"/>
              <a:gd name="connsiteX2" fmla="*/ 534497 w 936849"/>
              <a:gd name="connsiteY2" fmla="*/ 2868066 h 5790628"/>
              <a:gd name="connsiteX3" fmla="*/ 936849 w 936849"/>
              <a:gd name="connsiteY3" fmla="*/ 5790628 h 5790628"/>
              <a:gd name="connsiteX4" fmla="*/ 39 w 936849"/>
              <a:gd name="connsiteY4" fmla="*/ 2912516 h 5790628"/>
              <a:gd name="connsiteX0" fmla="*/ 6 w 915766"/>
              <a:gd name="connsiteY0" fmla="*/ 2912516 h 5800153"/>
              <a:gd name="connsiteX1" fmla="*/ 903112 w 915766"/>
              <a:gd name="connsiteY1" fmla="*/ 0 h 5800153"/>
              <a:gd name="connsiteX2" fmla="*/ 534464 w 915766"/>
              <a:gd name="connsiteY2" fmla="*/ 2868066 h 5800153"/>
              <a:gd name="connsiteX3" fmla="*/ 915766 w 915766"/>
              <a:gd name="connsiteY3" fmla="*/ 5800153 h 5800153"/>
              <a:gd name="connsiteX4" fmla="*/ 6 w 915766"/>
              <a:gd name="connsiteY4" fmla="*/ 2912516 h 5800153"/>
              <a:gd name="connsiteX0" fmla="*/ 6 w 915766"/>
              <a:gd name="connsiteY0" fmla="*/ 2912516 h 5800153"/>
              <a:gd name="connsiteX1" fmla="*/ 903112 w 915766"/>
              <a:gd name="connsiteY1" fmla="*/ 0 h 5800153"/>
              <a:gd name="connsiteX2" fmla="*/ 534464 w 915766"/>
              <a:gd name="connsiteY2" fmla="*/ 2868066 h 5800153"/>
              <a:gd name="connsiteX3" fmla="*/ 915766 w 915766"/>
              <a:gd name="connsiteY3" fmla="*/ 5800153 h 5800153"/>
              <a:gd name="connsiteX4" fmla="*/ 6 w 915766"/>
              <a:gd name="connsiteY4" fmla="*/ 2912516 h 5800153"/>
              <a:gd name="connsiteX0" fmla="*/ 6 w 915766"/>
              <a:gd name="connsiteY0" fmla="*/ 2912516 h 5800153"/>
              <a:gd name="connsiteX1" fmla="*/ 903112 w 915766"/>
              <a:gd name="connsiteY1" fmla="*/ 0 h 5800153"/>
              <a:gd name="connsiteX2" fmla="*/ 502889 w 915766"/>
              <a:gd name="connsiteY2" fmla="*/ 2858541 h 5800153"/>
              <a:gd name="connsiteX3" fmla="*/ 915766 w 915766"/>
              <a:gd name="connsiteY3" fmla="*/ 5800153 h 5800153"/>
              <a:gd name="connsiteX4" fmla="*/ 6 w 915766"/>
              <a:gd name="connsiteY4" fmla="*/ 2912516 h 580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766" h="5800153">
                <a:moveTo>
                  <a:pt x="6" y="2912516"/>
                </a:moveTo>
                <a:cubicBezTo>
                  <a:pt x="-2103" y="1945824"/>
                  <a:pt x="612006" y="434715"/>
                  <a:pt x="903112" y="0"/>
                </a:cubicBezTo>
                <a:cubicBezTo>
                  <a:pt x="826515" y="351019"/>
                  <a:pt x="502889" y="1264864"/>
                  <a:pt x="502889" y="2858541"/>
                </a:cubicBezTo>
                <a:cubicBezTo>
                  <a:pt x="502889" y="4452218"/>
                  <a:pt x="761623" y="5250982"/>
                  <a:pt x="915766" y="5800153"/>
                </a:cubicBezTo>
                <a:cubicBezTo>
                  <a:pt x="602175" y="5297982"/>
                  <a:pt x="2115" y="3879208"/>
                  <a:pt x="6" y="291251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FC2BC-32E9-144F-A493-1C7DD9278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5" y="93421"/>
            <a:ext cx="5563625" cy="6629886"/>
          </a:xfrm>
          <a:custGeom>
            <a:avLst/>
            <a:gdLst>
              <a:gd name="connsiteX0" fmla="*/ 0 w 5554663"/>
              <a:gd name="connsiteY0" fmla="*/ 0 h 4162425"/>
              <a:gd name="connsiteX1" fmla="*/ 5554663 w 5554663"/>
              <a:gd name="connsiteY1" fmla="*/ 0 h 4162425"/>
              <a:gd name="connsiteX2" fmla="*/ 5554663 w 5554663"/>
              <a:gd name="connsiteY2" fmla="*/ 4162425 h 4162425"/>
              <a:gd name="connsiteX3" fmla="*/ 0 w 5554663"/>
              <a:gd name="connsiteY3" fmla="*/ 4162425 h 4162425"/>
              <a:gd name="connsiteX4" fmla="*/ 0 w 5554663"/>
              <a:gd name="connsiteY4" fmla="*/ 0 h 4162425"/>
              <a:gd name="connsiteX0" fmla="*/ 0 w 5554663"/>
              <a:gd name="connsiteY0" fmla="*/ 0 h 6135909"/>
              <a:gd name="connsiteX1" fmla="*/ 5554663 w 5554663"/>
              <a:gd name="connsiteY1" fmla="*/ 0 h 6135909"/>
              <a:gd name="connsiteX2" fmla="*/ 5554663 w 5554663"/>
              <a:gd name="connsiteY2" fmla="*/ 4162425 h 6135909"/>
              <a:gd name="connsiteX3" fmla="*/ 0 w 5554663"/>
              <a:gd name="connsiteY3" fmla="*/ 6135909 h 6135909"/>
              <a:gd name="connsiteX4" fmla="*/ 0 w 5554663"/>
              <a:gd name="connsiteY4" fmla="*/ 0 h 6135909"/>
              <a:gd name="connsiteX0" fmla="*/ 0 w 5560450"/>
              <a:gd name="connsiteY0" fmla="*/ 231493 h 6367402"/>
              <a:gd name="connsiteX1" fmla="*/ 5560450 w 5560450"/>
              <a:gd name="connsiteY1" fmla="*/ 0 h 6367402"/>
              <a:gd name="connsiteX2" fmla="*/ 5554663 w 5560450"/>
              <a:gd name="connsiteY2" fmla="*/ 4393918 h 6367402"/>
              <a:gd name="connsiteX3" fmla="*/ 0 w 5560450"/>
              <a:gd name="connsiteY3" fmla="*/ 6367402 h 6367402"/>
              <a:gd name="connsiteX4" fmla="*/ 0 w 5560450"/>
              <a:gd name="connsiteY4" fmla="*/ 231493 h 6367402"/>
              <a:gd name="connsiteX0" fmla="*/ 0 w 5560450"/>
              <a:gd name="connsiteY0" fmla="*/ 244108 h 6380017"/>
              <a:gd name="connsiteX1" fmla="*/ 5560450 w 5560450"/>
              <a:gd name="connsiteY1" fmla="*/ 12615 h 6380017"/>
              <a:gd name="connsiteX2" fmla="*/ 5554663 w 5560450"/>
              <a:gd name="connsiteY2" fmla="*/ 4406533 h 6380017"/>
              <a:gd name="connsiteX3" fmla="*/ 0 w 5560450"/>
              <a:gd name="connsiteY3" fmla="*/ 6380017 h 6380017"/>
              <a:gd name="connsiteX4" fmla="*/ 0 w 5560450"/>
              <a:gd name="connsiteY4" fmla="*/ 244108 h 6380017"/>
              <a:gd name="connsiteX0" fmla="*/ 0 w 5560450"/>
              <a:gd name="connsiteY0" fmla="*/ 252469 h 6388378"/>
              <a:gd name="connsiteX1" fmla="*/ 5560450 w 5560450"/>
              <a:gd name="connsiteY1" fmla="*/ 20976 h 6388378"/>
              <a:gd name="connsiteX2" fmla="*/ 5554663 w 5560450"/>
              <a:gd name="connsiteY2" fmla="*/ 4414894 h 6388378"/>
              <a:gd name="connsiteX3" fmla="*/ 0 w 5560450"/>
              <a:gd name="connsiteY3" fmla="*/ 6388378 h 6388378"/>
              <a:gd name="connsiteX4" fmla="*/ 0 w 5560450"/>
              <a:gd name="connsiteY4" fmla="*/ 252469 h 6388378"/>
              <a:gd name="connsiteX0" fmla="*/ 0 w 5563625"/>
              <a:gd name="connsiteY0" fmla="*/ 189244 h 6401353"/>
              <a:gd name="connsiteX1" fmla="*/ 5563625 w 5563625"/>
              <a:gd name="connsiteY1" fmla="*/ 33951 h 6401353"/>
              <a:gd name="connsiteX2" fmla="*/ 5557838 w 5563625"/>
              <a:gd name="connsiteY2" fmla="*/ 4427869 h 6401353"/>
              <a:gd name="connsiteX3" fmla="*/ 3175 w 5563625"/>
              <a:gd name="connsiteY3" fmla="*/ 6401353 h 6401353"/>
              <a:gd name="connsiteX4" fmla="*/ 0 w 5563625"/>
              <a:gd name="connsiteY4" fmla="*/ 189244 h 6401353"/>
              <a:gd name="connsiteX0" fmla="*/ 0 w 5563625"/>
              <a:gd name="connsiteY0" fmla="*/ 249661 h 6461770"/>
              <a:gd name="connsiteX1" fmla="*/ 5563625 w 5563625"/>
              <a:gd name="connsiteY1" fmla="*/ 21343 h 6461770"/>
              <a:gd name="connsiteX2" fmla="*/ 5557838 w 5563625"/>
              <a:gd name="connsiteY2" fmla="*/ 4488286 h 6461770"/>
              <a:gd name="connsiteX3" fmla="*/ 3175 w 5563625"/>
              <a:gd name="connsiteY3" fmla="*/ 6461770 h 6461770"/>
              <a:gd name="connsiteX4" fmla="*/ 0 w 5563625"/>
              <a:gd name="connsiteY4" fmla="*/ 249661 h 6461770"/>
              <a:gd name="connsiteX0" fmla="*/ 0 w 5563625"/>
              <a:gd name="connsiteY0" fmla="*/ 228318 h 6440427"/>
              <a:gd name="connsiteX1" fmla="*/ 5563625 w 5563625"/>
              <a:gd name="connsiteY1" fmla="*/ 0 h 6440427"/>
              <a:gd name="connsiteX2" fmla="*/ 5557838 w 5563625"/>
              <a:gd name="connsiteY2" fmla="*/ 4466943 h 6440427"/>
              <a:gd name="connsiteX3" fmla="*/ 3175 w 5563625"/>
              <a:gd name="connsiteY3" fmla="*/ 6440427 h 6440427"/>
              <a:gd name="connsiteX4" fmla="*/ 0 w 5563625"/>
              <a:gd name="connsiteY4" fmla="*/ 228318 h 6440427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1804 h 6443913"/>
              <a:gd name="connsiteX1" fmla="*/ 5563625 w 5563625"/>
              <a:gd name="connsiteY1" fmla="*/ 3486 h 6443913"/>
              <a:gd name="connsiteX2" fmla="*/ 5557838 w 5563625"/>
              <a:gd name="connsiteY2" fmla="*/ 4470429 h 6443913"/>
              <a:gd name="connsiteX3" fmla="*/ 3175 w 5563625"/>
              <a:gd name="connsiteY3" fmla="*/ 6443913 h 6443913"/>
              <a:gd name="connsiteX4" fmla="*/ 0 w 5563625"/>
              <a:gd name="connsiteY4" fmla="*/ 231804 h 6443913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5436 h 6511045"/>
              <a:gd name="connsiteX1" fmla="*/ 5563625 w 5563625"/>
              <a:gd name="connsiteY1" fmla="*/ 7118 h 6511045"/>
              <a:gd name="connsiteX2" fmla="*/ 5557838 w 5563625"/>
              <a:gd name="connsiteY2" fmla="*/ 4474061 h 6511045"/>
              <a:gd name="connsiteX3" fmla="*/ 3175 w 5563625"/>
              <a:gd name="connsiteY3" fmla="*/ 6511045 h 6511045"/>
              <a:gd name="connsiteX4" fmla="*/ 0 w 5563625"/>
              <a:gd name="connsiteY4" fmla="*/ 235436 h 6511045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3625" h="6629886">
                <a:moveTo>
                  <a:pt x="0" y="235436"/>
                </a:moveTo>
                <a:cubicBezTo>
                  <a:pt x="1801879" y="36738"/>
                  <a:pt x="3376164" y="-22302"/>
                  <a:pt x="5563625" y="7118"/>
                </a:cubicBezTo>
                <a:cubicBezTo>
                  <a:pt x="4678334" y="2387094"/>
                  <a:pt x="4587523" y="4452277"/>
                  <a:pt x="5561013" y="6629886"/>
                </a:cubicBezTo>
                <a:cubicBezTo>
                  <a:pt x="3530600" y="6564872"/>
                  <a:pt x="1646238" y="6509384"/>
                  <a:pt x="3175" y="6511045"/>
                </a:cubicBezTo>
                <a:cubicBezTo>
                  <a:pt x="2117" y="4440342"/>
                  <a:pt x="1058" y="2306139"/>
                  <a:pt x="0" y="235436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/>
          <a:lstStyle>
            <a:lvl1pPr marL="0" indent="0">
              <a:buNone/>
              <a:defRPr/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r>
              <a:rPr lang="nb-NO" dirty="0"/>
              <a:t>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  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0638" y="3038552"/>
            <a:ext cx="5563625" cy="280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441861"/>
      </p:ext>
    </p:extLst>
  </p:cSld>
  <p:clrMapOvr>
    <a:masterClrMapping/>
  </p:clrMapOvr>
  <p:transition spd="slow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venstr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1994946"/>
            <a:ext cx="5416241" cy="876378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5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2" name="Oval 3">
            <a:extLst>
              <a:ext uri="{FF2B5EF4-FFF2-40B4-BE49-F238E27FC236}">
                <a16:creationId xmlns:a16="http://schemas.microsoft.com/office/drawing/2014/main" id="{D111164C-74E9-CD42-8B94-00226077207E}"/>
              </a:ext>
            </a:extLst>
          </p:cNvPr>
          <p:cNvSpPr/>
          <p:nvPr userDrawn="1"/>
        </p:nvSpPr>
        <p:spPr>
          <a:xfrm flipH="1">
            <a:off x="6698304" y="477498"/>
            <a:ext cx="902838" cy="5919734"/>
          </a:xfrm>
          <a:custGeom>
            <a:avLst/>
            <a:gdLst>
              <a:gd name="connsiteX0" fmla="*/ 0 w 1244184"/>
              <a:gd name="connsiteY0" fmla="*/ 2885607 h 5771213"/>
              <a:gd name="connsiteX1" fmla="*/ 622092 w 1244184"/>
              <a:gd name="connsiteY1" fmla="*/ 0 h 5771213"/>
              <a:gd name="connsiteX2" fmla="*/ 1244184 w 1244184"/>
              <a:gd name="connsiteY2" fmla="*/ 2885607 h 5771213"/>
              <a:gd name="connsiteX3" fmla="*/ 622092 w 1244184"/>
              <a:gd name="connsiteY3" fmla="*/ 5771214 h 5771213"/>
              <a:gd name="connsiteX4" fmla="*/ 0 w 1244184"/>
              <a:gd name="connsiteY4" fmla="*/ 2885607 h 5771213"/>
              <a:gd name="connsiteX0" fmla="*/ 0 w 1244184"/>
              <a:gd name="connsiteY0" fmla="*/ 2885639 h 5771246"/>
              <a:gd name="connsiteX1" fmla="*/ 622092 w 1244184"/>
              <a:gd name="connsiteY1" fmla="*/ 32 h 5771246"/>
              <a:gd name="connsiteX2" fmla="*/ 1244184 w 1244184"/>
              <a:gd name="connsiteY2" fmla="*/ 2885639 h 5771246"/>
              <a:gd name="connsiteX3" fmla="*/ 622092 w 1244184"/>
              <a:gd name="connsiteY3" fmla="*/ 5771246 h 5771246"/>
              <a:gd name="connsiteX4" fmla="*/ 0 w 1244184"/>
              <a:gd name="connsiteY4" fmla="*/ 2885639 h 5771246"/>
              <a:gd name="connsiteX0" fmla="*/ 0 w 1244184"/>
              <a:gd name="connsiteY0" fmla="*/ 2885639 h 5771246"/>
              <a:gd name="connsiteX1" fmla="*/ 622092 w 1244184"/>
              <a:gd name="connsiteY1" fmla="*/ 32 h 5771246"/>
              <a:gd name="connsiteX2" fmla="*/ 1244184 w 1244184"/>
              <a:gd name="connsiteY2" fmla="*/ 2885639 h 5771246"/>
              <a:gd name="connsiteX3" fmla="*/ 622092 w 1244184"/>
              <a:gd name="connsiteY3" fmla="*/ 5771246 h 5771246"/>
              <a:gd name="connsiteX4" fmla="*/ 0 w 1244184"/>
              <a:gd name="connsiteY4" fmla="*/ 2885639 h 5771246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1244184"/>
              <a:gd name="connsiteY0" fmla="*/ 2885607 h 5771214"/>
              <a:gd name="connsiteX1" fmla="*/ 622092 w 1244184"/>
              <a:gd name="connsiteY1" fmla="*/ 0 h 5771214"/>
              <a:gd name="connsiteX2" fmla="*/ 1244184 w 1244184"/>
              <a:gd name="connsiteY2" fmla="*/ 2885607 h 5771214"/>
              <a:gd name="connsiteX3" fmla="*/ 622092 w 1244184"/>
              <a:gd name="connsiteY3" fmla="*/ 5771214 h 5771214"/>
              <a:gd name="connsiteX4" fmla="*/ 0 w 1244184"/>
              <a:gd name="connsiteY4" fmla="*/ 2885607 h 5771214"/>
              <a:gd name="connsiteX0" fmla="*/ 0 w 742865"/>
              <a:gd name="connsiteY0" fmla="*/ 2885607 h 5771214"/>
              <a:gd name="connsiteX1" fmla="*/ 622092 w 742865"/>
              <a:gd name="connsiteY1" fmla="*/ 0 h 5771214"/>
              <a:gd name="connsiteX2" fmla="*/ 639595 w 742865"/>
              <a:gd name="connsiteY2" fmla="*/ 2885607 h 5771214"/>
              <a:gd name="connsiteX3" fmla="*/ 622092 w 742865"/>
              <a:gd name="connsiteY3" fmla="*/ 5771214 h 5771214"/>
              <a:gd name="connsiteX4" fmla="*/ 0 w 742865"/>
              <a:gd name="connsiteY4" fmla="*/ 2885607 h 5771214"/>
              <a:gd name="connsiteX0" fmla="*/ 0 w 739540"/>
              <a:gd name="connsiteY0" fmla="*/ 2885607 h 5771214"/>
              <a:gd name="connsiteX1" fmla="*/ 622092 w 739540"/>
              <a:gd name="connsiteY1" fmla="*/ 0 h 5771214"/>
              <a:gd name="connsiteX2" fmla="*/ 639595 w 739540"/>
              <a:gd name="connsiteY2" fmla="*/ 2885607 h 5771214"/>
              <a:gd name="connsiteX3" fmla="*/ 622092 w 739540"/>
              <a:gd name="connsiteY3" fmla="*/ 5771214 h 5771214"/>
              <a:gd name="connsiteX4" fmla="*/ 0 w 739540"/>
              <a:gd name="connsiteY4" fmla="*/ 2885607 h 5771214"/>
              <a:gd name="connsiteX0" fmla="*/ 2958 w 856947"/>
              <a:gd name="connsiteY0" fmla="*/ 2833141 h 5718748"/>
              <a:gd name="connsiteX1" fmla="*/ 856947 w 856947"/>
              <a:gd name="connsiteY1" fmla="*/ 0 h 5718748"/>
              <a:gd name="connsiteX2" fmla="*/ 642553 w 856947"/>
              <a:gd name="connsiteY2" fmla="*/ 2833141 h 5718748"/>
              <a:gd name="connsiteX3" fmla="*/ 625050 w 856947"/>
              <a:gd name="connsiteY3" fmla="*/ 5718748 h 5718748"/>
              <a:gd name="connsiteX4" fmla="*/ 2958 w 856947"/>
              <a:gd name="connsiteY4" fmla="*/ 2833141 h 5718748"/>
              <a:gd name="connsiteX0" fmla="*/ 2958 w 856947"/>
              <a:gd name="connsiteY0" fmla="*/ 2833141 h 5718748"/>
              <a:gd name="connsiteX1" fmla="*/ 856947 w 856947"/>
              <a:gd name="connsiteY1" fmla="*/ 0 h 5718748"/>
              <a:gd name="connsiteX2" fmla="*/ 642553 w 856947"/>
              <a:gd name="connsiteY2" fmla="*/ 2833141 h 5718748"/>
              <a:gd name="connsiteX3" fmla="*/ 625050 w 856947"/>
              <a:gd name="connsiteY3" fmla="*/ 5718748 h 5718748"/>
              <a:gd name="connsiteX4" fmla="*/ 2958 w 856947"/>
              <a:gd name="connsiteY4" fmla="*/ 2833141 h 5718748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639839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548736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548736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244 w 937054"/>
              <a:gd name="connsiteY0" fmla="*/ 2833141 h 5711253"/>
              <a:gd name="connsiteX1" fmla="*/ 854233 w 937054"/>
              <a:gd name="connsiteY1" fmla="*/ 0 h 5711253"/>
              <a:gd name="connsiteX2" fmla="*/ 548736 w 937054"/>
              <a:gd name="connsiteY2" fmla="*/ 2833141 h 5711253"/>
              <a:gd name="connsiteX3" fmla="*/ 937054 w 937054"/>
              <a:gd name="connsiteY3" fmla="*/ 5711253 h 5711253"/>
              <a:gd name="connsiteX4" fmla="*/ 244 w 937054"/>
              <a:gd name="connsiteY4" fmla="*/ 2833141 h 5711253"/>
              <a:gd name="connsiteX0" fmla="*/ 708 w 998143"/>
              <a:gd name="connsiteY0" fmla="*/ 2833141 h 5703937"/>
              <a:gd name="connsiteX1" fmla="*/ 854697 w 998143"/>
              <a:gd name="connsiteY1" fmla="*/ 0 h 5703937"/>
              <a:gd name="connsiteX2" fmla="*/ 549200 w 998143"/>
              <a:gd name="connsiteY2" fmla="*/ 2833141 h 5703937"/>
              <a:gd name="connsiteX3" fmla="*/ 998143 w 998143"/>
              <a:gd name="connsiteY3" fmla="*/ 5703937 h 5703937"/>
              <a:gd name="connsiteX4" fmla="*/ 708 w 998143"/>
              <a:gd name="connsiteY4" fmla="*/ 2833141 h 5703937"/>
              <a:gd name="connsiteX0" fmla="*/ 708 w 998143"/>
              <a:gd name="connsiteY0" fmla="*/ 2833141 h 5703937"/>
              <a:gd name="connsiteX1" fmla="*/ 854697 w 998143"/>
              <a:gd name="connsiteY1" fmla="*/ 0 h 5703937"/>
              <a:gd name="connsiteX2" fmla="*/ 549200 w 998143"/>
              <a:gd name="connsiteY2" fmla="*/ 2833141 h 5703937"/>
              <a:gd name="connsiteX3" fmla="*/ 998143 w 998143"/>
              <a:gd name="connsiteY3" fmla="*/ 5703937 h 5703937"/>
              <a:gd name="connsiteX4" fmla="*/ 708 w 998143"/>
              <a:gd name="connsiteY4" fmla="*/ 2833141 h 5703937"/>
              <a:gd name="connsiteX0" fmla="*/ 708 w 998143"/>
              <a:gd name="connsiteY0" fmla="*/ 2833141 h 5703937"/>
              <a:gd name="connsiteX1" fmla="*/ 854697 w 998143"/>
              <a:gd name="connsiteY1" fmla="*/ 0 h 5703937"/>
              <a:gd name="connsiteX2" fmla="*/ 516867 w 998143"/>
              <a:gd name="connsiteY2" fmla="*/ 2734386 h 5703937"/>
              <a:gd name="connsiteX3" fmla="*/ 998143 w 998143"/>
              <a:gd name="connsiteY3" fmla="*/ 5703937 h 5703937"/>
              <a:gd name="connsiteX4" fmla="*/ 708 w 998143"/>
              <a:gd name="connsiteY4" fmla="*/ 2833141 h 5703937"/>
              <a:gd name="connsiteX0" fmla="*/ 410 w 997845"/>
              <a:gd name="connsiteY0" fmla="*/ 2928238 h 5799034"/>
              <a:gd name="connsiteX1" fmla="*/ 886731 w 997845"/>
              <a:gd name="connsiteY1" fmla="*/ 0 h 5799034"/>
              <a:gd name="connsiteX2" fmla="*/ 516569 w 997845"/>
              <a:gd name="connsiteY2" fmla="*/ 2829483 h 5799034"/>
              <a:gd name="connsiteX3" fmla="*/ 997845 w 997845"/>
              <a:gd name="connsiteY3" fmla="*/ 5799034 h 5799034"/>
              <a:gd name="connsiteX4" fmla="*/ 410 w 997845"/>
              <a:gd name="connsiteY4" fmla="*/ 2928238 h 5799034"/>
              <a:gd name="connsiteX0" fmla="*/ 511 w 997946"/>
              <a:gd name="connsiteY0" fmla="*/ 2928238 h 5799034"/>
              <a:gd name="connsiteX1" fmla="*/ 874707 w 997946"/>
              <a:gd name="connsiteY1" fmla="*/ 0 h 5799034"/>
              <a:gd name="connsiteX2" fmla="*/ 516670 w 997946"/>
              <a:gd name="connsiteY2" fmla="*/ 2829483 h 5799034"/>
              <a:gd name="connsiteX3" fmla="*/ 997946 w 997946"/>
              <a:gd name="connsiteY3" fmla="*/ 5799034 h 5799034"/>
              <a:gd name="connsiteX4" fmla="*/ 511 w 997946"/>
              <a:gd name="connsiteY4" fmla="*/ 2928238 h 5799034"/>
              <a:gd name="connsiteX0" fmla="*/ 199 w 997634"/>
              <a:gd name="connsiteY0" fmla="*/ 3048938 h 5919734"/>
              <a:gd name="connsiteX1" fmla="*/ 918852 w 997634"/>
              <a:gd name="connsiteY1" fmla="*/ 0 h 5919734"/>
              <a:gd name="connsiteX2" fmla="*/ 516358 w 997634"/>
              <a:gd name="connsiteY2" fmla="*/ 2950183 h 5919734"/>
              <a:gd name="connsiteX3" fmla="*/ 997634 w 997634"/>
              <a:gd name="connsiteY3" fmla="*/ 5919734 h 5919734"/>
              <a:gd name="connsiteX4" fmla="*/ 199 w 997634"/>
              <a:gd name="connsiteY4" fmla="*/ 3048938 h 5919734"/>
              <a:gd name="connsiteX0" fmla="*/ 199 w 997634"/>
              <a:gd name="connsiteY0" fmla="*/ 3048938 h 5919734"/>
              <a:gd name="connsiteX1" fmla="*/ 918852 w 997634"/>
              <a:gd name="connsiteY1" fmla="*/ 0 h 5919734"/>
              <a:gd name="connsiteX2" fmla="*/ 516358 w 997634"/>
              <a:gd name="connsiteY2" fmla="*/ 2950183 h 5919734"/>
              <a:gd name="connsiteX3" fmla="*/ 997634 w 997634"/>
              <a:gd name="connsiteY3" fmla="*/ 5919734 h 5919734"/>
              <a:gd name="connsiteX4" fmla="*/ 199 w 997634"/>
              <a:gd name="connsiteY4" fmla="*/ 3048938 h 591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7634" h="5919734">
                <a:moveTo>
                  <a:pt x="199" y="3048938"/>
                </a:moveTo>
                <a:cubicBezTo>
                  <a:pt x="-12931" y="2062316"/>
                  <a:pt x="627746" y="434715"/>
                  <a:pt x="918852" y="0"/>
                </a:cubicBezTo>
                <a:cubicBezTo>
                  <a:pt x="849889" y="324806"/>
                  <a:pt x="516358" y="1356506"/>
                  <a:pt x="516358" y="2950183"/>
                </a:cubicBezTo>
                <a:cubicBezTo>
                  <a:pt x="516358" y="4543860"/>
                  <a:pt x="838159" y="5413006"/>
                  <a:pt x="997634" y="5919734"/>
                </a:cubicBezTo>
                <a:cubicBezTo>
                  <a:pt x="684043" y="5417563"/>
                  <a:pt x="13329" y="4035560"/>
                  <a:pt x="199" y="304893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7738" y="2885129"/>
            <a:ext cx="5416241" cy="306308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DF7AC50-5F34-E246-B5AC-ECB2A589D2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4851" y="124588"/>
            <a:ext cx="5646674" cy="6631092"/>
          </a:xfrm>
          <a:custGeom>
            <a:avLst/>
            <a:gdLst>
              <a:gd name="connsiteX0" fmla="*/ 91440 w 5646674"/>
              <a:gd name="connsiteY0" fmla="*/ 0 h 6631092"/>
              <a:gd name="connsiteX1" fmla="*/ 4230624 w 5646674"/>
              <a:gd name="connsiteY1" fmla="*/ 81848 h 6631092"/>
              <a:gd name="connsiteX2" fmla="*/ 4230624 w 5646674"/>
              <a:gd name="connsiteY2" fmla="*/ 932104 h 6631092"/>
              <a:gd name="connsiteX3" fmla="*/ 4297548 w 5646674"/>
              <a:gd name="connsiteY3" fmla="*/ 999028 h 6631092"/>
              <a:gd name="connsiteX4" fmla="*/ 5079592 w 5646674"/>
              <a:gd name="connsiteY4" fmla="*/ 999028 h 6631092"/>
              <a:gd name="connsiteX5" fmla="*/ 5146516 w 5646674"/>
              <a:gd name="connsiteY5" fmla="*/ 932104 h 6631092"/>
              <a:gd name="connsiteX6" fmla="*/ 5146516 w 5646674"/>
              <a:gd name="connsiteY6" fmla="*/ 99959 h 6631092"/>
              <a:gd name="connsiteX7" fmla="*/ 5640578 w 5646674"/>
              <a:gd name="connsiteY7" fmla="*/ 109728 h 6631092"/>
              <a:gd name="connsiteX8" fmla="*/ 5646674 w 5646674"/>
              <a:gd name="connsiteY8" fmla="*/ 6407531 h 6631092"/>
              <a:gd name="connsiteX9" fmla="*/ 2930525 w 5646674"/>
              <a:gd name="connsiteY9" fmla="*/ 6611493 h 6631092"/>
              <a:gd name="connsiteX10" fmla="*/ 0 w 5646674"/>
              <a:gd name="connsiteY10" fmla="*/ 6620891 h 6631092"/>
              <a:gd name="connsiteX11" fmla="*/ 91440 w 5646674"/>
              <a:gd name="connsiteY11" fmla="*/ 0 h 6631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646674" h="6631092">
                <a:moveTo>
                  <a:pt x="91440" y="0"/>
                </a:moveTo>
                <a:lnTo>
                  <a:pt x="4230624" y="81848"/>
                </a:lnTo>
                <a:lnTo>
                  <a:pt x="4230624" y="932104"/>
                </a:lnTo>
                <a:cubicBezTo>
                  <a:pt x="4230624" y="969065"/>
                  <a:pt x="4260587" y="999028"/>
                  <a:pt x="4297548" y="999028"/>
                </a:cubicBezTo>
                <a:lnTo>
                  <a:pt x="5079592" y="999028"/>
                </a:lnTo>
                <a:cubicBezTo>
                  <a:pt x="5116553" y="999028"/>
                  <a:pt x="5146516" y="969065"/>
                  <a:pt x="5146516" y="932104"/>
                </a:cubicBezTo>
                <a:lnTo>
                  <a:pt x="5146516" y="99959"/>
                </a:lnTo>
                <a:lnTo>
                  <a:pt x="5640578" y="109728"/>
                </a:lnTo>
                <a:lnTo>
                  <a:pt x="5646674" y="6407531"/>
                </a:lnTo>
                <a:cubicBezTo>
                  <a:pt x="4779899" y="6479582"/>
                  <a:pt x="4583684" y="6557730"/>
                  <a:pt x="2930525" y="6611493"/>
                </a:cubicBezTo>
                <a:cubicBezTo>
                  <a:pt x="1892723" y="6651202"/>
                  <a:pt x="976842" y="6617758"/>
                  <a:pt x="0" y="6620891"/>
                </a:cubicBezTo>
                <a:cubicBezTo>
                  <a:pt x="1048512" y="4176183"/>
                  <a:pt x="883920" y="2261828"/>
                  <a:pt x="91440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Press the icon</a:t>
            </a:r>
            <a:br>
              <a:rPr lang="en-US" dirty="0"/>
            </a:br>
            <a:r>
              <a:rPr lang="en-US" dirty="0"/>
              <a:t>to insert image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03132165"/>
      </p:ext>
    </p:extLst>
  </p:cSld>
  <p:clrMapOvr>
    <a:masterClrMapping/>
  </p:clrMapOvr>
  <p:transition spd="slow"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BF7113D-DE20-4946-8D6D-B9F333F05B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3" y="89536"/>
            <a:ext cx="12213430" cy="6668949"/>
          </a:xfrm>
          <a:custGeom>
            <a:avLst/>
            <a:gdLst>
              <a:gd name="connsiteX0" fmla="*/ 3846824 w 12206597"/>
              <a:gd name="connsiteY0" fmla="*/ 170 h 6647837"/>
              <a:gd name="connsiteX1" fmla="*/ 10334943 w 12206597"/>
              <a:gd name="connsiteY1" fmla="*/ 125535 h 6647837"/>
              <a:gd name="connsiteX2" fmla="*/ 10785474 w 12206597"/>
              <a:gd name="connsiteY2" fmla="*/ 131718 h 6647837"/>
              <a:gd name="connsiteX3" fmla="*/ 10785474 w 12206597"/>
              <a:gd name="connsiteY3" fmla="*/ 954097 h 6647837"/>
              <a:gd name="connsiteX4" fmla="*/ 10856104 w 12206597"/>
              <a:gd name="connsiteY4" fmla="*/ 1024727 h 6647837"/>
              <a:gd name="connsiteX5" fmla="*/ 11633911 w 12206597"/>
              <a:gd name="connsiteY5" fmla="*/ 1024727 h 6647837"/>
              <a:gd name="connsiteX6" fmla="*/ 11704541 w 12206597"/>
              <a:gd name="connsiteY6" fmla="*/ 954097 h 6647837"/>
              <a:gd name="connsiteX7" fmla="*/ 11704541 w 12206597"/>
              <a:gd name="connsiteY7" fmla="*/ 141117 h 6647837"/>
              <a:gd name="connsiteX8" fmla="*/ 12184919 w 12206597"/>
              <a:gd name="connsiteY8" fmla="*/ 144322 h 6647837"/>
              <a:gd name="connsiteX9" fmla="*/ 12200352 w 12206597"/>
              <a:gd name="connsiteY9" fmla="*/ 6417683 h 6647837"/>
              <a:gd name="connsiteX10" fmla="*/ 3175 w 12206597"/>
              <a:gd name="connsiteY10" fmla="*/ 6505576 h 6647837"/>
              <a:gd name="connsiteX11" fmla="*/ 0 w 12206597"/>
              <a:gd name="connsiteY11" fmla="*/ 229967 h 6647837"/>
              <a:gd name="connsiteX12" fmla="*/ 3846824 w 12206597"/>
              <a:gd name="connsiteY12" fmla="*/ 170 h 6647837"/>
              <a:gd name="connsiteX0" fmla="*/ 3846824 w 12207535"/>
              <a:gd name="connsiteY0" fmla="*/ 170 h 6647837"/>
              <a:gd name="connsiteX1" fmla="*/ 10334943 w 12207535"/>
              <a:gd name="connsiteY1" fmla="*/ 125535 h 6647837"/>
              <a:gd name="connsiteX2" fmla="*/ 10785474 w 12207535"/>
              <a:gd name="connsiteY2" fmla="*/ 131718 h 6647837"/>
              <a:gd name="connsiteX3" fmla="*/ 10785474 w 12207535"/>
              <a:gd name="connsiteY3" fmla="*/ 954097 h 6647837"/>
              <a:gd name="connsiteX4" fmla="*/ 10856104 w 12207535"/>
              <a:gd name="connsiteY4" fmla="*/ 1024727 h 6647837"/>
              <a:gd name="connsiteX5" fmla="*/ 11633911 w 12207535"/>
              <a:gd name="connsiteY5" fmla="*/ 1024727 h 6647837"/>
              <a:gd name="connsiteX6" fmla="*/ 11704541 w 12207535"/>
              <a:gd name="connsiteY6" fmla="*/ 954097 h 6647837"/>
              <a:gd name="connsiteX7" fmla="*/ 11704541 w 12207535"/>
              <a:gd name="connsiteY7" fmla="*/ 141117 h 6647837"/>
              <a:gd name="connsiteX8" fmla="*/ 12188094 w 12207535"/>
              <a:gd name="connsiteY8" fmla="*/ 147497 h 6647837"/>
              <a:gd name="connsiteX9" fmla="*/ 12200352 w 12207535"/>
              <a:gd name="connsiteY9" fmla="*/ 6417683 h 6647837"/>
              <a:gd name="connsiteX10" fmla="*/ 3175 w 12207535"/>
              <a:gd name="connsiteY10" fmla="*/ 6505576 h 6647837"/>
              <a:gd name="connsiteX11" fmla="*/ 0 w 12207535"/>
              <a:gd name="connsiteY11" fmla="*/ 229967 h 6647837"/>
              <a:gd name="connsiteX12" fmla="*/ 3846824 w 12207535"/>
              <a:gd name="connsiteY12" fmla="*/ 170 h 6647837"/>
              <a:gd name="connsiteX0" fmla="*/ 3846824 w 12213430"/>
              <a:gd name="connsiteY0" fmla="*/ 170 h 6647837"/>
              <a:gd name="connsiteX1" fmla="*/ 10334943 w 12213430"/>
              <a:gd name="connsiteY1" fmla="*/ 125535 h 6647837"/>
              <a:gd name="connsiteX2" fmla="*/ 10785474 w 12213430"/>
              <a:gd name="connsiteY2" fmla="*/ 131718 h 6647837"/>
              <a:gd name="connsiteX3" fmla="*/ 10785474 w 12213430"/>
              <a:gd name="connsiteY3" fmla="*/ 954097 h 6647837"/>
              <a:gd name="connsiteX4" fmla="*/ 10856104 w 12213430"/>
              <a:gd name="connsiteY4" fmla="*/ 1024727 h 6647837"/>
              <a:gd name="connsiteX5" fmla="*/ 11633911 w 12213430"/>
              <a:gd name="connsiteY5" fmla="*/ 1024727 h 6647837"/>
              <a:gd name="connsiteX6" fmla="*/ 11704541 w 12213430"/>
              <a:gd name="connsiteY6" fmla="*/ 954097 h 6647837"/>
              <a:gd name="connsiteX7" fmla="*/ 11704541 w 12213430"/>
              <a:gd name="connsiteY7" fmla="*/ 141117 h 6647837"/>
              <a:gd name="connsiteX8" fmla="*/ 12200794 w 12213430"/>
              <a:gd name="connsiteY8" fmla="*/ 141147 h 6647837"/>
              <a:gd name="connsiteX9" fmla="*/ 12200352 w 12213430"/>
              <a:gd name="connsiteY9" fmla="*/ 6417683 h 6647837"/>
              <a:gd name="connsiteX10" fmla="*/ 3175 w 12213430"/>
              <a:gd name="connsiteY10" fmla="*/ 6505576 h 6647837"/>
              <a:gd name="connsiteX11" fmla="*/ 0 w 12213430"/>
              <a:gd name="connsiteY11" fmla="*/ 229967 h 6647837"/>
              <a:gd name="connsiteX12" fmla="*/ 3846824 w 12213430"/>
              <a:gd name="connsiteY12" fmla="*/ 170 h 6647837"/>
              <a:gd name="connsiteX0" fmla="*/ 3846824 w 12213430"/>
              <a:gd name="connsiteY0" fmla="*/ 170 h 6656234"/>
              <a:gd name="connsiteX1" fmla="*/ 10334943 w 12213430"/>
              <a:gd name="connsiteY1" fmla="*/ 125535 h 6656234"/>
              <a:gd name="connsiteX2" fmla="*/ 10785474 w 12213430"/>
              <a:gd name="connsiteY2" fmla="*/ 131718 h 6656234"/>
              <a:gd name="connsiteX3" fmla="*/ 10785474 w 12213430"/>
              <a:gd name="connsiteY3" fmla="*/ 954097 h 6656234"/>
              <a:gd name="connsiteX4" fmla="*/ 10856104 w 12213430"/>
              <a:gd name="connsiteY4" fmla="*/ 1024727 h 6656234"/>
              <a:gd name="connsiteX5" fmla="*/ 11633911 w 12213430"/>
              <a:gd name="connsiteY5" fmla="*/ 1024727 h 6656234"/>
              <a:gd name="connsiteX6" fmla="*/ 11704541 w 12213430"/>
              <a:gd name="connsiteY6" fmla="*/ 954097 h 6656234"/>
              <a:gd name="connsiteX7" fmla="*/ 11704541 w 12213430"/>
              <a:gd name="connsiteY7" fmla="*/ 141117 h 6656234"/>
              <a:gd name="connsiteX8" fmla="*/ 12200794 w 12213430"/>
              <a:gd name="connsiteY8" fmla="*/ 141147 h 6656234"/>
              <a:gd name="connsiteX9" fmla="*/ 12200352 w 12213430"/>
              <a:gd name="connsiteY9" fmla="*/ 6417683 h 6656234"/>
              <a:gd name="connsiteX10" fmla="*/ 3175 w 12213430"/>
              <a:gd name="connsiteY10" fmla="*/ 6505576 h 6656234"/>
              <a:gd name="connsiteX11" fmla="*/ 0 w 12213430"/>
              <a:gd name="connsiteY11" fmla="*/ 229967 h 6656234"/>
              <a:gd name="connsiteX12" fmla="*/ 3846824 w 12213430"/>
              <a:gd name="connsiteY12" fmla="*/ 170 h 6656234"/>
              <a:gd name="connsiteX0" fmla="*/ 3846824 w 12213430"/>
              <a:gd name="connsiteY0" fmla="*/ 170 h 6657635"/>
              <a:gd name="connsiteX1" fmla="*/ 10334943 w 12213430"/>
              <a:gd name="connsiteY1" fmla="*/ 125535 h 6657635"/>
              <a:gd name="connsiteX2" fmla="*/ 10785474 w 12213430"/>
              <a:gd name="connsiteY2" fmla="*/ 131718 h 6657635"/>
              <a:gd name="connsiteX3" fmla="*/ 10785474 w 12213430"/>
              <a:gd name="connsiteY3" fmla="*/ 954097 h 6657635"/>
              <a:gd name="connsiteX4" fmla="*/ 10856104 w 12213430"/>
              <a:gd name="connsiteY4" fmla="*/ 1024727 h 6657635"/>
              <a:gd name="connsiteX5" fmla="*/ 11633911 w 12213430"/>
              <a:gd name="connsiteY5" fmla="*/ 1024727 h 6657635"/>
              <a:gd name="connsiteX6" fmla="*/ 11704541 w 12213430"/>
              <a:gd name="connsiteY6" fmla="*/ 954097 h 6657635"/>
              <a:gd name="connsiteX7" fmla="*/ 11704541 w 12213430"/>
              <a:gd name="connsiteY7" fmla="*/ 141117 h 6657635"/>
              <a:gd name="connsiteX8" fmla="*/ 12200794 w 12213430"/>
              <a:gd name="connsiteY8" fmla="*/ 141147 h 6657635"/>
              <a:gd name="connsiteX9" fmla="*/ 12200352 w 12213430"/>
              <a:gd name="connsiteY9" fmla="*/ 6417683 h 6657635"/>
              <a:gd name="connsiteX10" fmla="*/ 3175 w 12213430"/>
              <a:gd name="connsiteY10" fmla="*/ 6505576 h 6657635"/>
              <a:gd name="connsiteX11" fmla="*/ 0 w 12213430"/>
              <a:gd name="connsiteY11" fmla="*/ 229967 h 6657635"/>
              <a:gd name="connsiteX12" fmla="*/ 3846824 w 12213430"/>
              <a:gd name="connsiteY12" fmla="*/ 170 h 6657635"/>
              <a:gd name="connsiteX0" fmla="*/ 3846824 w 12213430"/>
              <a:gd name="connsiteY0" fmla="*/ 170 h 6659594"/>
              <a:gd name="connsiteX1" fmla="*/ 10334943 w 12213430"/>
              <a:gd name="connsiteY1" fmla="*/ 125535 h 6659594"/>
              <a:gd name="connsiteX2" fmla="*/ 10785474 w 12213430"/>
              <a:gd name="connsiteY2" fmla="*/ 131718 h 6659594"/>
              <a:gd name="connsiteX3" fmla="*/ 10785474 w 12213430"/>
              <a:gd name="connsiteY3" fmla="*/ 954097 h 6659594"/>
              <a:gd name="connsiteX4" fmla="*/ 10856104 w 12213430"/>
              <a:gd name="connsiteY4" fmla="*/ 1024727 h 6659594"/>
              <a:gd name="connsiteX5" fmla="*/ 11633911 w 12213430"/>
              <a:gd name="connsiteY5" fmla="*/ 1024727 h 6659594"/>
              <a:gd name="connsiteX6" fmla="*/ 11704541 w 12213430"/>
              <a:gd name="connsiteY6" fmla="*/ 954097 h 6659594"/>
              <a:gd name="connsiteX7" fmla="*/ 11704541 w 12213430"/>
              <a:gd name="connsiteY7" fmla="*/ 141117 h 6659594"/>
              <a:gd name="connsiteX8" fmla="*/ 12200794 w 12213430"/>
              <a:gd name="connsiteY8" fmla="*/ 141147 h 6659594"/>
              <a:gd name="connsiteX9" fmla="*/ 12200352 w 12213430"/>
              <a:gd name="connsiteY9" fmla="*/ 6417683 h 6659594"/>
              <a:gd name="connsiteX10" fmla="*/ 3175 w 12213430"/>
              <a:gd name="connsiteY10" fmla="*/ 6511926 h 6659594"/>
              <a:gd name="connsiteX11" fmla="*/ 0 w 12213430"/>
              <a:gd name="connsiteY11" fmla="*/ 229967 h 6659594"/>
              <a:gd name="connsiteX12" fmla="*/ 3846824 w 12213430"/>
              <a:gd name="connsiteY12" fmla="*/ 170 h 6659594"/>
              <a:gd name="connsiteX0" fmla="*/ 3846824 w 12213430"/>
              <a:gd name="connsiteY0" fmla="*/ 1364 h 6660788"/>
              <a:gd name="connsiteX1" fmla="*/ 10334943 w 12213430"/>
              <a:gd name="connsiteY1" fmla="*/ 126729 h 6660788"/>
              <a:gd name="connsiteX2" fmla="*/ 10785474 w 12213430"/>
              <a:gd name="connsiteY2" fmla="*/ 132912 h 6660788"/>
              <a:gd name="connsiteX3" fmla="*/ 10785474 w 12213430"/>
              <a:gd name="connsiteY3" fmla="*/ 955291 h 6660788"/>
              <a:gd name="connsiteX4" fmla="*/ 10856104 w 12213430"/>
              <a:gd name="connsiteY4" fmla="*/ 1025921 h 6660788"/>
              <a:gd name="connsiteX5" fmla="*/ 11633911 w 12213430"/>
              <a:gd name="connsiteY5" fmla="*/ 1025921 h 6660788"/>
              <a:gd name="connsiteX6" fmla="*/ 11704541 w 12213430"/>
              <a:gd name="connsiteY6" fmla="*/ 955291 h 6660788"/>
              <a:gd name="connsiteX7" fmla="*/ 11704541 w 12213430"/>
              <a:gd name="connsiteY7" fmla="*/ 142311 h 6660788"/>
              <a:gd name="connsiteX8" fmla="*/ 12200794 w 12213430"/>
              <a:gd name="connsiteY8" fmla="*/ 142341 h 6660788"/>
              <a:gd name="connsiteX9" fmla="*/ 12200352 w 12213430"/>
              <a:gd name="connsiteY9" fmla="*/ 6418877 h 6660788"/>
              <a:gd name="connsiteX10" fmla="*/ 3175 w 12213430"/>
              <a:gd name="connsiteY10" fmla="*/ 6513120 h 6660788"/>
              <a:gd name="connsiteX11" fmla="*/ 0 w 12213430"/>
              <a:gd name="connsiteY11" fmla="*/ 231161 h 6660788"/>
              <a:gd name="connsiteX12" fmla="*/ 3846824 w 12213430"/>
              <a:gd name="connsiteY12" fmla="*/ 1364 h 6660788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10334943 w 12213430"/>
              <a:gd name="connsiteY1" fmla="*/ 125365 h 6659424"/>
              <a:gd name="connsiteX2" fmla="*/ 10785474 w 12213430"/>
              <a:gd name="connsiteY2" fmla="*/ 131548 h 6659424"/>
              <a:gd name="connsiteX3" fmla="*/ 10785474 w 12213430"/>
              <a:gd name="connsiteY3" fmla="*/ 953927 h 6659424"/>
              <a:gd name="connsiteX4" fmla="*/ 10856104 w 12213430"/>
              <a:gd name="connsiteY4" fmla="*/ 1024557 h 6659424"/>
              <a:gd name="connsiteX5" fmla="*/ 11633911 w 12213430"/>
              <a:gd name="connsiteY5" fmla="*/ 1024557 h 6659424"/>
              <a:gd name="connsiteX6" fmla="*/ 11704541 w 12213430"/>
              <a:gd name="connsiteY6" fmla="*/ 953927 h 6659424"/>
              <a:gd name="connsiteX7" fmla="*/ 11704541 w 12213430"/>
              <a:gd name="connsiteY7" fmla="*/ 140947 h 6659424"/>
              <a:gd name="connsiteX8" fmla="*/ 12200794 w 12213430"/>
              <a:gd name="connsiteY8" fmla="*/ 140977 h 6659424"/>
              <a:gd name="connsiteX9" fmla="*/ 12200352 w 12213430"/>
              <a:gd name="connsiteY9" fmla="*/ 6417513 h 6659424"/>
              <a:gd name="connsiteX10" fmla="*/ 3175 w 12213430"/>
              <a:gd name="connsiteY10" fmla="*/ 6511756 h 6659424"/>
              <a:gd name="connsiteX11" fmla="*/ 0 w 12213430"/>
              <a:gd name="connsiteY11" fmla="*/ 229797 h 6659424"/>
              <a:gd name="connsiteX12" fmla="*/ 3846824 w 12213430"/>
              <a:gd name="connsiteY12" fmla="*/ 0 h 6659424"/>
              <a:gd name="connsiteX0" fmla="*/ 3846824 w 12213430"/>
              <a:gd name="connsiteY0" fmla="*/ 0 h 6659424"/>
              <a:gd name="connsiteX1" fmla="*/ 5864223 w 12213430"/>
              <a:gd name="connsiteY1" fmla="*/ 8888 h 6659424"/>
              <a:gd name="connsiteX2" fmla="*/ 10334943 w 12213430"/>
              <a:gd name="connsiteY2" fmla="*/ 125365 h 6659424"/>
              <a:gd name="connsiteX3" fmla="*/ 10785474 w 12213430"/>
              <a:gd name="connsiteY3" fmla="*/ 131548 h 6659424"/>
              <a:gd name="connsiteX4" fmla="*/ 10785474 w 12213430"/>
              <a:gd name="connsiteY4" fmla="*/ 953927 h 6659424"/>
              <a:gd name="connsiteX5" fmla="*/ 10856104 w 12213430"/>
              <a:gd name="connsiteY5" fmla="*/ 1024557 h 6659424"/>
              <a:gd name="connsiteX6" fmla="*/ 11633911 w 12213430"/>
              <a:gd name="connsiteY6" fmla="*/ 1024557 h 6659424"/>
              <a:gd name="connsiteX7" fmla="*/ 11704541 w 12213430"/>
              <a:gd name="connsiteY7" fmla="*/ 953927 h 6659424"/>
              <a:gd name="connsiteX8" fmla="*/ 11704541 w 12213430"/>
              <a:gd name="connsiteY8" fmla="*/ 140947 h 6659424"/>
              <a:gd name="connsiteX9" fmla="*/ 12200794 w 12213430"/>
              <a:gd name="connsiteY9" fmla="*/ 140977 h 6659424"/>
              <a:gd name="connsiteX10" fmla="*/ 12200352 w 12213430"/>
              <a:gd name="connsiteY10" fmla="*/ 6417513 h 6659424"/>
              <a:gd name="connsiteX11" fmla="*/ 3175 w 12213430"/>
              <a:gd name="connsiteY11" fmla="*/ 6511756 h 6659424"/>
              <a:gd name="connsiteX12" fmla="*/ 0 w 12213430"/>
              <a:gd name="connsiteY12" fmla="*/ 229797 h 6659424"/>
              <a:gd name="connsiteX13" fmla="*/ 3846824 w 12213430"/>
              <a:gd name="connsiteY13" fmla="*/ 0 h 6659424"/>
              <a:gd name="connsiteX0" fmla="*/ 4173849 w 12213430"/>
              <a:gd name="connsiteY0" fmla="*/ 0 h 6668949"/>
              <a:gd name="connsiteX1" fmla="*/ 5864223 w 12213430"/>
              <a:gd name="connsiteY1" fmla="*/ 18413 h 6668949"/>
              <a:gd name="connsiteX2" fmla="*/ 10334943 w 12213430"/>
              <a:gd name="connsiteY2" fmla="*/ 134890 h 6668949"/>
              <a:gd name="connsiteX3" fmla="*/ 10785474 w 12213430"/>
              <a:gd name="connsiteY3" fmla="*/ 141073 h 6668949"/>
              <a:gd name="connsiteX4" fmla="*/ 10785474 w 12213430"/>
              <a:gd name="connsiteY4" fmla="*/ 963452 h 6668949"/>
              <a:gd name="connsiteX5" fmla="*/ 10856104 w 12213430"/>
              <a:gd name="connsiteY5" fmla="*/ 1034082 h 6668949"/>
              <a:gd name="connsiteX6" fmla="*/ 11633911 w 12213430"/>
              <a:gd name="connsiteY6" fmla="*/ 1034082 h 6668949"/>
              <a:gd name="connsiteX7" fmla="*/ 11704541 w 12213430"/>
              <a:gd name="connsiteY7" fmla="*/ 963452 h 6668949"/>
              <a:gd name="connsiteX8" fmla="*/ 11704541 w 12213430"/>
              <a:gd name="connsiteY8" fmla="*/ 150472 h 6668949"/>
              <a:gd name="connsiteX9" fmla="*/ 12200794 w 12213430"/>
              <a:gd name="connsiteY9" fmla="*/ 150502 h 6668949"/>
              <a:gd name="connsiteX10" fmla="*/ 12200352 w 12213430"/>
              <a:gd name="connsiteY10" fmla="*/ 6427038 h 6668949"/>
              <a:gd name="connsiteX11" fmla="*/ 3175 w 12213430"/>
              <a:gd name="connsiteY11" fmla="*/ 6521281 h 6668949"/>
              <a:gd name="connsiteX12" fmla="*/ 0 w 12213430"/>
              <a:gd name="connsiteY12" fmla="*/ 239322 h 6668949"/>
              <a:gd name="connsiteX13" fmla="*/ 4173849 w 12213430"/>
              <a:gd name="connsiteY13" fmla="*/ 0 h 6668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13430" h="6668949">
                <a:moveTo>
                  <a:pt x="4173849" y="0"/>
                </a:moveTo>
                <a:lnTo>
                  <a:pt x="5864223" y="18413"/>
                </a:lnTo>
                <a:lnTo>
                  <a:pt x="10334943" y="134890"/>
                </a:lnTo>
                <a:lnTo>
                  <a:pt x="10785474" y="141073"/>
                </a:lnTo>
                <a:lnTo>
                  <a:pt x="10785474" y="963452"/>
                </a:lnTo>
                <a:cubicBezTo>
                  <a:pt x="10785474" y="1002460"/>
                  <a:pt x="10817096" y="1034082"/>
                  <a:pt x="10856104" y="1034082"/>
                </a:cubicBezTo>
                <a:lnTo>
                  <a:pt x="11633911" y="1034082"/>
                </a:lnTo>
                <a:cubicBezTo>
                  <a:pt x="11672919" y="1034082"/>
                  <a:pt x="11704541" y="1002460"/>
                  <a:pt x="11704541" y="963452"/>
                </a:cubicBezTo>
                <a:lnTo>
                  <a:pt x="11704541" y="150472"/>
                </a:lnTo>
                <a:lnTo>
                  <a:pt x="12200794" y="150502"/>
                </a:lnTo>
                <a:cubicBezTo>
                  <a:pt x="12221951" y="2609991"/>
                  <a:pt x="12212824" y="4233526"/>
                  <a:pt x="12200352" y="6427038"/>
                </a:cubicBezTo>
                <a:cubicBezTo>
                  <a:pt x="8292381" y="6924937"/>
                  <a:pt x="3832847" y="6495765"/>
                  <a:pt x="3175" y="6521281"/>
                </a:cubicBezTo>
                <a:cubicBezTo>
                  <a:pt x="2117" y="4450578"/>
                  <a:pt x="1058" y="2310025"/>
                  <a:pt x="0" y="239322"/>
                </a:cubicBezTo>
                <a:cubicBezTo>
                  <a:pt x="1481354" y="69395"/>
                  <a:pt x="3313044" y="9793"/>
                  <a:pt x="4173849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nb-NO" dirty="0"/>
            </a:br>
            <a:r>
              <a:rPr lang="nb-NO" dirty="0"/>
              <a:t>           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B4EA86-E703-DC40-81E1-563572BAE5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7736" y="1623379"/>
            <a:ext cx="10296525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4B741-2AD2-8F4D-996C-F33E5B10A7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276" y="3872435"/>
            <a:ext cx="8593137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images </a:t>
            </a:r>
            <a:r>
              <a:rPr lang="nb-NO" dirty="0" err="1"/>
              <a:t>influences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. Place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contrast is best.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1523058"/>
      </p:ext>
    </p:extLst>
  </p:cSld>
  <p:clrMapOvr>
    <a:masterClrMapping/>
  </p:clrMapOvr>
  <p:transition spd="slow">
    <p:cov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665E623C-94E5-8945-9866-E6D264106E59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-3173" y="89536"/>
            <a:ext cx="12213430" cy="6668949"/>
          </a:xfrm>
          <a:custGeom>
            <a:avLst/>
            <a:gdLst>
              <a:gd name="connsiteX0" fmla="*/ 4173849 w 12213430"/>
              <a:gd name="connsiteY0" fmla="*/ 0 h 6668949"/>
              <a:gd name="connsiteX1" fmla="*/ 5864223 w 12213430"/>
              <a:gd name="connsiteY1" fmla="*/ 18413 h 6668949"/>
              <a:gd name="connsiteX2" fmla="*/ 10334943 w 12213430"/>
              <a:gd name="connsiteY2" fmla="*/ 134890 h 6668949"/>
              <a:gd name="connsiteX3" fmla="*/ 10785474 w 12213430"/>
              <a:gd name="connsiteY3" fmla="*/ 141073 h 6668949"/>
              <a:gd name="connsiteX4" fmla="*/ 10785474 w 12213430"/>
              <a:gd name="connsiteY4" fmla="*/ 963452 h 6668949"/>
              <a:gd name="connsiteX5" fmla="*/ 10856104 w 12213430"/>
              <a:gd name="connsiteY5" fmla="*/ 1034082 h 6668949"/>
              <a:gd name="connsiteX6" fmla="*/ 11633911 w 12213430"/>
              <a:gd name="connsiteY6" fmla="*/ 1034082 h 6668949"/>
              <a:gd name="connsiteX7" fmla="*/ 11704541 w 12213430"/>
              <a:gd name="connsiteY7" fmla="*/ 963452 h 6668949"/>
              <a:gd name="connsiteX8" fmla="*/ 11704541 w 12213430"/>
              <a:gd name="connsiteY8" fmla="*/ 150472 h 6668949"/>
              <a:gd name="connsiteX9" fmla="*/ 12200794 w 12213430"/>
              <a:gd name="connsiteY9" fmla="*/ 150502 h 6668949"/>
              <a:gd name="connsiteX10" fmla="*/ 12200352 w 12213430"/>
              <a:gd name="connsiteY10" fmla="*/ 6427038 h 6668949"/>
              <a:gd name="connsiteX11" fmla="*/ 3175 w 12213430"/>
              <a:gd name="connsiteY11" fmla="*/ 6521281 h 6668949"/>
              <a:gd name="connsiteX12" fmla="*/ 0 w 12213430"/>
              <a:gd name="connsiteY12" fmla="*/ 239322 h 6668949"/>
              <a:gd name="connsiteX13" fmla="*/ 4173849 w 12213430"/>
              <a:gd name="connsiteY13" fmla="*/ 0 h 6668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13430" h="6668949">
                <a:moveTo>
                  <a:pt x="4173849" y="0"/>
                </a:moveTo>
                <a:lnTo>
                  <a:pt x="5864223" y="18413"/>
                </a:lnTo>
                <a:lnTo>
                  <a:pt x="10334943" y="134890"/>
                </a:lnTo>
                <a:lnTo>
                  <a:pt x="10785474" y="141073"/>
                </a:lnTo>
                <a:lnTo>
                  <a:pt x="10785474" y="963452"/>
                </a:lnTo>
                <a:cubicBezTo>
                  <a:pt x="10785474" y="1002460"/>
                  <a:pt x="10817096" y="1034082"/>
                  <a:pt x="10856104" y="1034082"/>
                </a:cubicBezTo>
                <a:lnTo>
                  <a:pt x="11633911" y="1034082"/>
                </a:lnTo>
                <a:cubicBezTo>
                  <a:pt x="11672919" y="1034082"/>
                  <a:pt x="11704541" y="1002460"/>
                  <a:pt x="11704541" y="963452"/>
                </a:cubicBezTo>
                <a:lnTo>
                  <a:pt x="11704541" y="150472"/>
                </a:lnTo>
                <a:lnTo>
                  <a:pt x="12200794" y="150502"/>
                </a:lnTo>
                <a:cubicBezTo>
                  <a:pt x="12221951" y="2609991"/>
                  <a:pt x="12212824" y="4233526"/>
                  <a:pt x="12200352" y="6427038"/>
                </a:cubicBezTo>
                <a:cubicBezTo>
                  <a:pt x="8292381" y="6924937"/>
                  <a:pt x="3832847" y="6495765"/>
                  <a:pt x="3175" y="6521281"/>
                </a:cubicBezTo>
                <a:cubicBezTo>
                  <a:pt x="2117" y="4450578"/>
                  <a:pt x="1058" y="2310025"/>
                  <a:pt x="0" y="239322"/>
                </a:cubicBezTo>
                <a:cubicBezTo>
                  <a:pt x="1481354" y="69395"/>
                  <a:pt x="3313044" y="9793"/>
                  <a:pt x="4173849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	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video</a:t>
            </a:r>
          </a:p>
        </p:txBody>
      </p:sp>
    </p:spTree>
    <p:extLst>
      <p:ext uri="{BB962C8B-B14F-4D97-AF65-F5344CB8AC3E}">
        <p14:creationId xmlns:p14="http://schemas.microsoft.com/office/powerpoint/2010/main" val="3623036667"/>
      </p:ext>
    </p:extLst>
  </p:cSld>
  <p:clrMapOvr>
    <a:masterClrMapping/>
  </p:clrMapOvr>
  <p:transition spd="slow">
    <p:cov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rå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B75A9EE-34F2-C04E-A6AA-1C79900F16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1906676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76C7B2-1516-3E4F-A044-785CAEBB681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36762" y="206093"/>
            <a:ext cx="4008947" cy="6557775"/>
          </a:xfrm>
          <a:custGeom>
            <a:avLst/>
            <a:gdLst>
              <a:gd name="connsiteX0" fmla="*/ 1671904 w 4008947"/>
              <a:gd name="connsiteY0" fmla="*/ 0 h 6557775"/>
              <a:gd name="connsiteX1" fmla="*/ 3194878 w 4008947"/>
              <a:gd name="connsiteY1" fmla="*/ 36537 h 6557775"/>
              <a:gd name="connsiteX2" fmla="*/ 3342363 w 4008947"/>
              <a:gd name="connsiteY2" fmla="*/ 37168 h 6557775"/>
              <a:gd name="connsiteX3" fmla="*/ 3348713 w 4008947"/>
              <a:gd name="connsiteY3" fmla="*/ 850063 h 6557775"/>
              <a:gd name="connsiteX4" fmla="*/ 3416173 w 4008947"/>
              <a:gd name="connsiteY4" fmla="*/ 917523 h 6557775"/>
              <a:gd name="connsiteX5" fmla="*/ 4008947 w 4008947"/>
              <a:gd name="connsiteY5" fmla="*/ 917523 h 6557775"/>
              <a:gd name="connsiteX6" fmla="*/ 3700290 w 4008947"/>
              <a:gd name="connsiteY6" fmla="*/ 2138772 h 6557775"/>
              <a:gd name="connsiteX7" fmla="*/ 3696964 w 4008947"/>
              <a:gd name="connsiteY7" fmla="*/ 2138772 h 6557775"/>
              <a:gd name="connsiteX8" fmla="*/ 3142479 w 4008947"/>
              <a:gd name="connsiteY8" fmla="*/ 4349958 h 6557775"/>
              <a:gd name="connsiteX9" fmla="*/ 3143397 w 4008947"/>
              <a:gd name="connsiteY9" fmla="*/ 4349958 h 6557775"/>
              <a:gd name="connsiteX10" fmla="*/ 2610068 w 4008947"/>
              <a:gd name="connsiteY10" fmla="*/ 6495080 h 6557775"/>
              <a:gd name="connsiteX11" fmla="*/ 0 w 4008947"/>
              <a:gd name="connsiteY11" fmla="*/ 6549055 h 6557775"/>
              <a:gd name="connsiteX12" fmla="*/ 562632 w 4008947"/>
              <a:gd name="connsiteY12" fmla="*/ 4349958 h 6557775"/>
              <a:gd name="connsiteX13" fmla="*/ 560986 w 4008947"/>
              <a:gd name="connsiteY13" fmla="*/ 4349958 h 6557775"/>
              <a:gd name="connsiteX14" fmla="*/ 1117268 w 4008947"/>
              <a:gd name="connsiteY14" fmla="*/ 2134509 h 6557775"/>
              <a:gd name="connsiteX15" fmla="*/ 1119891 w 4008947"/>
              <a:gd name="connsiteY15" fmla="*/ 2134509 h 6557775"/>
              <a:gd name="connsiteX16" fmla="*/ 1257371 w 4008947"/>
              <a:gd name="connsiteY16" fmla="*/ 1598721 h 6557775"/>
              <a:gd name="connsiteX17" fmla="*/ 1671904 w 4008947"/>
              <a:gd name="connsiteY17" fmla="*/ 0 h 655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008947" h="6557775">
                <a:moveTo>
                  <a:pt x="1671904" y="0"/>
                </a:moveTo>
                <a:lnTo>
                  <a:pt x="3194878" y="36537"/>
                </a:lnTo>
                <a:lnTo>
                  <a:pt x="3342363" y="37168"/>
                </a:lnTo>
                <a:cubicBezTo>
                  <a:pt x="3343421" y="304958"/>
                  <a:pt x="3347655" y="582273"/>
                  <a:pt x="3348713" y="850063"/>
                </a:cubicBezTo>
                <a:cubicBezTo>
                  <a:pt x="3348713" y="887320"/>
                  <a:pt x="3378916" y="917523"/>
                  <a:pt x="3416173" y="917523"/>
                </a:cubicBezTo>
                <a:lnTo>
                  <a:pt x="4008947" y="917523"/>
                </a:lnTo>
                <a:lnTo>
                  <a:pt x="3700290" y="2138772"/>
                </a:lnTo>
                <a:lnTo>
                  <a:pt x="3696964" y="2138772"/>
                </a:lnTo>
                <a:lnTo>
                  <a:pt x="3142479" y="4349958"/>
                </a:lnTo>
                <a:lnTo>
                  <a:pt x="3143397" y="4349958"/>
                </a:lnTo>
                <a:lnTo>
                  <a:pt x="2610068" y="6495080"/>
                </a:lnTo>
                <a:cubicBezTo>
                  <a:pt x="1682895" y="6517305"/>
                  <a:pt x="1060523" y="6580805"/>
                  <a:pt x="0" y="6549055"/>
                </a:cubicBezTo>
                <a:lnTo>
                  <a:pt x="562632" y="4349958"/>
                </a:lnTo>
                <a:lnTo>
                  <a:pt x="560986" y="4349958"/>
                </a:lnTo>
                <a:lnTo>
                  <a:pt x="1117268" y="2134509"/>
                </a:lnTo>
                <a:lnTo>
                  <a:pt x="1119891" y="2134509"/>
                </a:lnTo>
                <a:lnTo>
                  <a:pt x="1257371" y="1598721"/>
                </a:lnTo>
                <a:cubicBezTo>
                  <a:pt x="1395549" y="1065814"/>
                  <a:pt x="1532834" y="548981"/>
                  <a:pt x="1671904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		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413EE75-C434-F048-A403-D8E34533E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7738" y="2796859"/>
            <a:ext cx="5563625" cy="2626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321268"/>
      </p:ext>
    </p:extLst>
  </p:cSld>
  <p:clrMapOvr>
    <a:masterClrMapping/>
  </p:clrMapOvr>
  <p:transition spd="slow">
    <p:cover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k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7" y="-11575"/>
            <a:ext cx="11145170" cy="6908972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>
            <a:cxnSpLocks/>
          </p:cNvCxnSpPr>
          <p:nvPr userDrawn="1"/>
        </p:nvCxnSpPr>
        <p:spPr>
          <a:xfrm>
            <a:off x="955119" y="3662651"/>
            <a:ext cx="615041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4003392"/>
            <a:ext cx="4339542" cy="94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 err="1"/>
              <a:t>Closing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or </a:t>
            </a:r>
            <a:r>
              <a:rPr lang="nb-NO" dirty="0" err="1"/>
              <a:t>perhaps</a:t>
            </a:r>
            <a:r>
              <a:rPr lang="nb-NO" dirty="0"/>
              <a:t> </a:t>
            </a:r>
            <a:r>
              <a:rPr lang="nb-NO" dirty="0" err="1"/>
              <a:t>contact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.</a:t>
            </a:r>
          </a:p>
        </p:txBody>
      </p:sp>
      <p:pic>
        <p:nvPicPr>
          <p:cNvPr id="5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BC2DD99D-F5FA-E255-DFAA-EC2EF5ABB8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95285551-B891-17D7-5E10-653E491913AA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0BA7AD32-FA01-554F-3238-502DB4E64523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Sylinder 8">
            <a:extLst>
              <a:ext uri="{FF2B5EF4-FFF2-40B4-BE49-F238E27FC236}">
                <a16:creationId xmlns:a16="http://schemas.microsoft.com/office/drawing/2014/main" id="{1409295B-E6BF-B028-3008-CA0164A19F99}"/>
              </a:ext>
            </a:extLst>
          </p:cNvPr>
          <p:cNvSpPr txBox="1"/>
          <p:nvPr userDrawn="1"/>
        </p:nvSpPr>
        <p:spPr>
          <a:xfrm>
            <a:off x="487013" y="6253788"/>
            <a:ext cx="597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 – first slide and this slide: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Gløshaugen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Mentz </a:t>
            </a:r>
            <a:r>
              <a:rPr lang="en-GB" sz="12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Indergaard</a:t>
            </a:r>
            <a:r>
              <a:rPr lang="en-GB" sz="12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Gjøvik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Espen </a:t>
            </a:r>
            <a:r>
              <a:rPr lang="en-GB" sz="1200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Taftø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Vestad/NTNU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|  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Ålesund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Sissel Basso/NTNU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0200A11C-C62A-21FE-7EB1-025A59B323CB}"/>
              </a:ext>
            </a:extLst>
          </p:cNvPr>
          <p:cNvSpPr txBox="1"/>
          <p:nvPr userDrawn="1"/>
        </p:nvSpPr>
        <p:spPr>
          <a:xfrm>
            <a:off x="2907838" y="1564296"/>
            <a:ext cx="54668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 m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informa</a:t>
            </a:r>
            <a:r>
              <a:rPr lang="nb-NO" sz="4400" b="1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tion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NO" sz="5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NO" sz="280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www.ntnu.</a:t>
            </a:r>
            <a:r>
              <a:rPr lang="nb-NO" sz="280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edu</a:t>
            </a:r>
            <a:endParaRPr lang="en-NO" sz="280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Bilde 9" descr="QR code leading to www.ntnu.edu">
            <a:extLst>
              <a:ext uri="{FF2B5EF4-FFF2-40B4-BE49-F238E27FC236}">
                <a16:creationId xmlns:a16="http://schemas.microsoft.com/office/drawing/2014/main" id="{1A194E63-9F2B-8D8B-6330-AC18E00DD83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4639" y="1586243"/>
            <a:ext cx="1973717" cy="18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31239"/>
      </p:ext>
    </p:extLst>
  </p:cSld>
  <p:clrMapOvr>
    <a:masterClrMapping/>
  </p:clrMapOvr>
  <p:transition spd="slow">
    <p:cover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88" y="-11575"/>
            <a:ext cx="11182703" cy="6901254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5363" y="3741824"/>
            <a:ext cx="4339542" cy="19611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Opening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slide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Theme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title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here</a:t>
            </a: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Affiliation</a:t>
            </a:r>
            <a:r>
              <a:rPr kumimoji="0" lang="nb-NO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?</a:t>
            </a:r>
            <a:endParaRPr lang="nb-N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3026" y="3427171"/>
            <a:ext cx="43395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0C75F9CF-9BFC-D849-9DC7-B8C7E2989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889CAC-BCCA-2740-B035-B66AEC2C0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10452-FD0F-2446-ACB3-A546FA77C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Bilde 1" descr="The logo of NTNU with the subtitle the norwegian university of science and technology">
            <a:extLst>
              <a:ext uri="{FF2B5EF4-FFF2-40B4-BE49-F238E27FC236}">
                <a16:creationId xmlns:a16="http://schemas.microsoft.com/office/drawing/2014/main" id="{7E1EB8C6-7930-EC2C-B99C-33C60335A7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609" y="1059614"/>
            <a:ext cx="5397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43005"/>
      </p:ext>
    </p:extLst>
  </p:cSld>
  <p:clrMapOvr>
    <a:masterClrMapping/>
  </p:clrMapOvr>
  <p:transition spd="slow">
    <p:cover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BEEE41C-B295-67DB-6F25-6C3EB2BA2F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8CC53E6-4FA2-1E0E-7F9B-EE33617C7D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95" y="1452095"/>
            <a:ext cx="11016867" cy="49950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>
                    <a:lumMod val="10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10000"/>
                  </a:schemeClr>
                </a:solidFill>
              </a:defRPr>
            </a:lvl2pPr>
            <a:lvl3pPr>
              <a:defRPr sz="21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19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17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edit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styles in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template</a:t>
            </a:r>
            <a:endParaRPr lang="nb-NO" dirty="0"/>
          </a:p>
          <a:p>
            <a:pPr lvl="1"/>
            <a:r>
              <a:rPr lang="nb-NO" dirty="0"/>
              <a:t>Second </a:t>
            </a:r>
            <a:r>
              <a:rPr lang="nb-NO" dirty="0" err="1"/>
              <a:t>level</a:t>
            </a:r>
            <a:endParaRPr lang="nb-NO" dirty="0"/>
          </a:p>
          <a:p>
            <a:pPr lvl="2"/>
            <a:r>
              <a:rPr lang="nb-NO" dirty="0"/>
              <a:t>Third </a:t>
            </a:r>
            <a:r>
              <a:rPr lang="nb-NO" dirty="0" err="1"/>
              <a:t>level</a:t>
            </a:r>
            <a:endParaRPr lang="nb-NO" dirty="0"/>
          </a:p>
          <a:p>
            <a:pPr lvl="3"/>
            <a:r>
              <a:rPr lang="nb-NO" dirty="0" err="1"/>
              <a:t>fourth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  <a:p>
            <a:pPr lvl="4"/>
            <a:r>
              <a:rPr lang="nb-NO" dirty="0" err="1"/>
              <a:t>fifth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62766456"/>
      </p:ext>
    </p:extLst>
  </p:cSld>
  <p:clrMapOvr>
    <a:masterClrMapping/>
  </p:clrMapOvr>
  <p:transition spd="slow">
    <p:cover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FC2BC-32E9-144F-A493-1C7DD9278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4" y="93422"/>
            <a:ext cx="5564590" cy="6782286"/>
          </a:xfrm>
          <a:custGeom>
            <a:avLst/>
            <a:gdLst>
              <a:gd name="connsiteX0" fmla="*/ 0 w 5554663"/>
              <a:gd name="connsiteY0" fmla="*/ 0 h 4162425"/>
              <a:gd name="connsiteX1" fmla="*/ 5554663 w 5554663"/>
              <a:gd name="connsiteY1" fmla="*/ 0 h 4162425"/>
              <a:gd name="connsiteX2" fmla="*/ 5554663 w 5554663"/>
              <a:gd name="connsiteY2" fmla="*/ 4162425 h 4162425"/>
              <a:gd name="connsiteX3" fmla="*/ 0 w 5554663"/>
              <a:gd name="connsiteY3" fmla="*/ 4162425 h 4162425"/>
              <a:gd name="connsiteX4" fmla="*/ 0 w 5554663"/>
              <a:gd name="connsiteY4" fmla="*/ 0 h 4162425"/>
              <a:gd name="connsiteX0" fmla="*/ 0 w 5554663"/>
              <a:gd name="connsiteY0" fmla="*/ 0 h 6135909"/>
              <a:gd name="connsiteX1" fmla="*/ 5554663 w 5554663"/>
              <a:gd name="connsiteY1" fmla="*/ 0 h 6135909"/>
              <a:gd name="connsiteX2" fmla="*/ 5554663 w 5554663"/>
              <a:gd name="connsiteY2" fmla="*/ 4162425 h 6135909"/>
              <a:gd name="connsiteX3" fmla="*/ 0 w 5554663"/>
              <a:gd name="connsiteY3" fmla="*/ 6135909 h 6135909"/>
              <a:gd name="connsiteX4" fmla="*/ 0 w 5554663"/>
              <a:gd name="connsiteY4" fmla="*/ 0 h 6135909"/>
              <a:gd name="connsiteX0" fmla="*/ 0 w 5560450"/>
              <a:gd name="connsiteY0" fmla="*/ 231493 h 6367402"/>
              <a:gd name="connsiteX1" fmla="*/ 5560450 w 5560450"/>
              <a:gd name="connsiteY1" fmla="*/ 0 h 6367402"/>
              <a:gd name="connsiteX2" fmla="*/ 5554663 w 5560450"/>
              <a:gd name="connsiteY2" fmla="*/ 4393918 h 6367402"/>
              <a:gd name="connsiteX3" fmla="*/ 0 w 5560450"/>
              <a:gd name="connsiteY3" fmla="*/ 6367402 h 6367402"/>
              <a:gd name="connsiteX4" fmla="*/ 0 w 5560450"/>
              <a:gd name="connsiteY4" fmla="*/ 231493 h 6367402"/>
              <a:gd name="connsiteX0" fmla="*/ 0 w 5560450"/>
              <a:gd name="connsiteY0" fmla="*/ 244108 h 6380017"/>
              <a:gd name="connsiteX1" fmla="*/ 5560450 w 5560450"/>
              <a:gd name="connsiteY1" fmla="*/ 12615 h 6380017"/>
              <a:gd name="connsiteX2" fmla="*/ 5554663 w 5560450"/>
              <a:gd name="connsiteY2" fmla="*/ 4406533 h 6380017"/>
              <a:gd name="connsiteX3" fmla="*/ 0 w 5560450"/>
              <a:gd name="connsiteY3" fmla="*/ 6380017 h 6380017"/>
              <a:gd name="connsiteX4" fmla="*/ 0 w 5560450"/>
              <a:gd name="connsiteY4" fmla="*/ 244108 h 6380017"/>
              <a:gd name="connsiteX0" fmla="*/ 0 w 5560450"/>
              <a:gd name="connsiteY0" fmla="*/ 252469 h 6388378"/>
              <a:gd name="connsiteX1" fmla="*/ 5560450 w 5560450"/>
              <a:gd name="connsiteY1" fmla="*/ 20976 h 6388378"/>
              <a:gd name="connsiteX2" fmla="*/ 5554663 w 5560450"/>
              <a:gd name="connsiteY2" fmla="*/ 4414894 h 6388378"/>
              <a:gd name="connsiteX3" fmla="*/ 0 w 5560450"/>
              <a:gd name="connsiteY3" fmla="*/ 6388378 h 6388378"/>
              <a:gd name="connsiteX4" fmla="*/ 0 w 5560450"/>
              <a:gd name="connsiteY4" fmla="*/ 252469 h 6388378"/>
              <a:gd name="connsiteX0" fmla="*/ 0 w 5563625"/>
              <a:gd name="connsiteY0" fmla="*/ 189244 h 6401353"/>
              <a:gd name="connsiteX1" fmla="*/ 5563625 w 5563625"/>
              <a:gd name="connsiteY1" fmla="*/ 33951 h 6401353"/>
              <a:gd name="connsiteX2" fmla="*/ 5557838 w 5563625"/>
              <a:gd name="connsiteY2" fmla="*/ 4427869 h 6401353"/>
              <a:gd name="connsiteX3" fmla="*/ 3175 w 5563625"/>
              <a:gd name="connsiteY3" fmla="*/ 6401353 h 6401353"/>
              <a:gd name="connsiteX4" fmla="*/ 0 w 5563625"/>
              <a:gd name="connsiteY4" fmla="*/ 189244 h 6401353"/>
              <a:gd name="connsiteX0" fmla="*/ 0 w 5563625"/>
              <a:gd name="connsiteY0" fmla="*/ 249661 h 6461770"/>
              <a:gd name="connsiteX1" fmla="*/ 5563625 w 5563625"/>
              <a:gd name="connsiteY1" fmla="*/ 21343 h 6461770"/>
              <a:gd name="connsiteX2" fmla="*/ 5557838 w 5563625"/>
              <a:gd name="connsiteY2" fmla="*/ 4488286 h 6461770"/>
              <a:gd name="connsiteX3" fmla="*/ 3175 w 5563625"/>
              <a:gd name="connsiteY3" fmla="*/ 6461770 h 6461770"/>
              <a:gd name="connsiteX4" fmla="*/ 0 w 5563625"/>
              <a:gd name="connsiteY4" fmla="*/ 249661 h 6461770"/>
              <a:gd name="connsiteX0" fmla="*/ 0 w 5563625"/>
              <a:gd name="connsiteY0" fmla="*/ 228318 h 6440427"/>
              <a:gd name="connsiteX1" fmla="*/ 5563625 w 5563625"/>
              <a:gd name="connsiteY1" fmla="*/ 0 h 6440427"/>
              <a:gd name="connsiteX2" fmla="*/ 5557838 w 5563625"/>
              <a:gd name="connsiteY2" fmla="*/ 4466943 h 6440427"/>
              <a:gd name="connsiteX3" fmla="*/ 3175 w 5563625"/>
              <a:gd name="connsiteY3" fmla="*/ 6440427 h 6440427"/>
              <a:gd name="connsiteX4" fmla="*/ 0 w 5563625"/>
              <a:gd name="connsiteY4" fmla="*/ 228318 h 6440427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1804 h 6443913"/>
              <a:gd name="connsiteX1" fmla="*/ 5563625 w 5563625"/>
              <a:gd name="connsiteY1" fmla="*/ 3486 h 6443913"/>
              <a:gd name="connsiteX2" fmla="*/ 5557838 w 5563625"/>
              <a:gd name="connsiteY2" fmla="*/ 4470429 h 6443913"/>
              <a:gd name="connsiteX3" fmla="*/ 3175 w 5563625"/>
              <a:gd name="connsiteY3" fmla="*/ 6443913 h 6443913"/>
              <a:gd name="connsiteX4" fmla="*/ 0 w 5563625"/>
              <a:gd name="connsiteY4" fmla="*/ 231804 h 6443913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5436 h 6511045"/>
              <a:gd name="connsiteX1" fmla="*/ 5563625 w 5563625"/>
              <a:gd name="connsiteY1" fmla="*/ 7118 h 6511045"/>
              <a:gd name="connsiteX2" fmla="*/ 5557838 w 5563625"/>
              <a:gd name="connsiteY2" fmla="*/ 4474061 h 6511045"/>
              <a:gd name="connsiteX3" fmla="*/ 3175 w 5563625"/>
              <a:gd name="connsiteY3" fmla="*/ 6511045 h 6511045"/>
              <a:gd name="connsiteX4" fmla="*/ 0 w 5563625"/>
              <a:gd name="connsiteY4" fmla="*/ 235436 h 6511045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765045"/>
              <a:gd name="connsiteX1" fmla="*/ 5563625 w 5563625"/>
              <a:gd name="connsiteY1" fmla="*/ 7118 h 6765045"/>
              <a:gd name="connsiteX2" fmla="*/ 5561013 w 5563625"/>
              <a:gd name="connsiteY2" fmla="*/ 6629886 h 6765045"/>
              <a:gd name="connsiteX3" fmla="*/ 3175 w 5563625"/>
              <a:gd name="connsiteY3" fmla="*/ 6765045 h 6765045"/>
              <a:gd name="connsiteX4" fmla="*/ 0 w 5563625"/>
              <a:gd name="connsiteY4" fmla="*/ 235436 h 6765045"/>
              <a:gd name="connsiteX0" fmla="*/ 0 w 5592763"/>
              <a:gd name="connsiteY0" fmla="*/ 235436 h 6769586"/>
              <a:gd name="connsiteX1" fmla="*/ 5563625 w 5592763"/>
              <a:gd name="connsiteY1" fmla="*/ 7118 h 6769586"/>
              <a:gd name="connsiteX2" fmla="*/ 5592763 w 5592763"/>
              <a:gd name="connsiteY2" fmla="*/ 6769586 h 6769586"/>
              <a:gd name="connsiteX3" fmla="*/ 3175 w 5592763"/>
              <a:gd name="connsiteY3" fmla="*/ 6765045 h 6769586"/>
              <a:gd name="connsiteX4" fmla="*/ 0 w 5592763"/>
              <a:gd name="connsiteY4" fmla="*/ 235436 h 6769586"/>
              <a:gd name="connsiteX0" fmla="*/ 0 w 5592996"/>
              <a:gd name="connsiteY0" fmla="*/ 235436 h 6769586"/>
              <a:gd name="connsiteX1" fmla="*/ 5563625 w 5592996"/>
              <a:gd name="connsiteY1" fmla="*/ 7118 h 6769586"/>
              <a:gd name="connsiteX2" fmla="*/ 5592763 w 5592996"/>
              <a:gd name="connsiteY2" fmla="*/ 6769586 h 6769586"/>
              <a:gd name="connsiteX3" fmla="*/ 3175 w 5592996"/>
              <a:gd name="connsiteY3" fmla="*/ 6765045 h 6769586"/>
              <a:gd name="connsiteX4" fmla="*/ 0 w 5592996"/>
              <a:gd name="connsiteY4" fmla="*/ 235436 h 6769586"/>
              <a:gd name="connsiteX0" fmla="*/ 0 w 5596404"/>
              <a:gd name="connsiteY0" fmla="*/ 235436 h 6769586"/>
              <a:gd name="connsiteX1" fmla="*/ 5563625 w 5596404"/>
              <a:gd name="connsiteY1" fmla="*/ 7118 h 6769586"/>
              <a:gd name="connsiteX2" fmla="*/ 5592763 w 5596404"/>
              <a:gd name="connsiteY2" fmla="*/ 6769586 h 6769586"/>
              <a:gd name="connsiteX3" fmla="*/ 3175 w 5596404"/>
              <a:gd name="connsiteY3" fmla="*/ 6765045 h 6769586"/>
              <a:gd name="connsiteX4" fmla="*/ 0 w 5596404"/>
              <a:gd name="connsiteY4" fmla="*/ 235436 h 6769586"/>
              <a:gd name="connsiteX0" fmla="*/ 0 w 5568711"/>
              <a:gd name="connsiteY0" fmla="*/ 235436 h 6775936"/>
              <a:gd name="connsiteX1" fmla="*/ 5563625 w 5568711"/>
              <a:gd name="connsiteY1" fmla="*/ 7118 h 6775936"/>
              <a:gd name="connsiteX2" fmla="*/ 5561013 w 5568711"/>
              <a:gd name="connsiteY2" fmla="*/ 6775936 h 6775936"/>
              <a:gd name="connsiteX3" fmla="*/ 3175 w 5568711"/>
              <a:gd name="connsiteY3" fmla="*/ 6765045 h 6775936"/>
              <a:gd name="connsiteX4" fmla="*/ 0 w 5568711"/>
              <a:gd name="connsiteY4" fmla="*/ 235436 h 6775936"/>
              <a:gd name="connsiteX0" fmla="*/ 0 w 5584676"/>
              <a:gd name="connsiteY0" fmla="*/ 235436 h 6782286"/>
              <a:gd name="connsiteX1" fmla="*/ 5563625 w 5584676"/>
              <a:gd name="connsiteY1" fmla="*/ 7118 h 6782286"/>
              <a:gd name="connsiteX2" fmla="*/ 5580063 w 5584676"/>
              <a:gd name="connsiteY2" fmla="*/ 6782286 h 6782286"/>
              <a:gd name="connsiteX3" fmla="*/ 3175 w 5584676"/>
              <a:gd name="connsiteY3" fmla="*/ 6765045 h 6782286"/>
              <a:gd name="connsiteX4" fmla="*/ 0 w 5584676"/>
              <a:gd name="connsiteY4" fmla="*/ 235436 h 6782286"/>
              <a:gd name="connsiteX0" fmla="*/ 0 w 5564590"/>
              <a:gd name="connsiteY0" fmla="*/ 235436 h 6782286"/>
              <a:gd name="connsiteX1" fmla="*/ 5563625 w 5564590"/>
              <a:gd name="connsiteY1" fmla="*/ 7118 h 6782286"/>
              <a:gd name="connsiteX2" fmla="*/ 5554663 w 5564590"/>
              <a:gd name="connsiteY2" fmla="*/ 6782286 h 6782286"/>
              <a:gd name="connsiteX3" fmla="*/ 3175 w 5564590"/>
              <a:gd name="connsiteY3" fmla="*/ 6765045 h 6782286"/>
              <a:gd name="connsiteX4" fmla="*/ 0 w 5564590"/>
              <a:gd name="connsiteY4" fmla="*/ 235436 h 6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4590" h="6782286">
                <a:moveTo>
                  <a:pt x="0" y="235436"/>
                </a:moveTo>
                <a:cubicBezTo>
                  <a:pt x="1801879" y="36738"/>
                  <a:pt x="3376164" y="-22302"/>
                  <a:pt x="5563625" y="7118"/>
                </a:cubicBezTo>
                <a:cubicBezTo>
                  <a:pt x="5560984" y="278894"/>
                  <a:pt x="5571773" y="6782727"/>
                  <a:pt x="5554663" y="6782286"/>
                </a:cubicBezTo>
                <a:lnTo>
                  <a:pt x="3175" y="6765045"/>
                </a:lnTo>
                <a:cubicBezTo>
                  <a:pt x="2117" y="4694342"/>
                  <a:pt x="1058" y="2306139"/>
                  <a:pt x="0" y="235436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/>
          <a:lstStyle>
            <a:lvl1pPr marL="0" indent="0">
              <a:buNone/>
              <a:defRPr/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r>
              <a:rPr lang="nb-NO" dirty="0"/>
              <a:t>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  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923" y="2148369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58923" y="3038552"/>
            <a:ext cx="5563625" cy="3205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0108682"/>
      </p:ext>
    </p:extLst>
  </p:cSld>
  <p:clrMapOvr>
    <a:masterClrMapping/>
  </p:clrMapOvr>
  <p:transition spd="slow">
    <p:cover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venstr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470" y="1994946"/>
            <a:ext cx="5416241" cy="876378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8470" y="2885129"/>
            <a:ext cx="5416241" cy="3118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C30CB2-0F5F-6BCC-ACC6-D73FDEA56A2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5725" y="128351"/>
            <a:ext cx="5555800" cy="6756334"/>
          </a:xfrm>
          <a:custGeom>
            <a:avLst/>
            <a:gdLst>
              <a:gd name="connsiteX0" fmla="*/ 604 w 5555800"/>
              <a:gd name="connsiteY0" fmla="*/ 0 h 6756334"/>
              <a:gd name="connsiteX1" fmla="*/ 1046678 w 5555800"/>
              <a:gd name="connsiteY1" fmla="*/ 31606 h 6756334"/>
              <a:gd name="connsiteX2" fmla="*/ 5546275 w 5555800"/>
              <a:gd name="connsiteY2" fmla="*/ 112263 h 6756334"/>
              <a:gd name="connsiteX3" fmla="*/ 5546275 w 5555800"/>
              <a:gd name="connsiteY3" fmla="*/ 105896 h 6756334"/>
              <a:gd name="connsiteX4" fmla="*/ 5549704 w 5555800"/>
              <a:gd name="connsiteY4" fmla="*/ 105964 h 6756334"/>
              <a:gd name="connsiteX5" fmla="*/ 5555800 w 5555800"/>
              <a:gd name="connsiteY5" fmla="*/ 6740317 h 6756334"/>
              <a:gd name="connsiteX6" fmla="*/ 2858701 w 5555800"/>
              <a:gd name="connsiteY6" fmla="*/ 6753779 h 6756334"/>
              <a:gd name="connsiteX7" fmla="*/ 1201 w 5555800"/>
              <a:gd name="connsiteY7" fmla="*/ 6740952 h 6756334"/>
              <a:gd name="connsiteX8" fmla="*/ 1558 w 5555800"/>
              <a:gd name="connsiteY8" fmla="*/ 93801 h 675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55800" h="6756334">
                <a:moveTo>
                  <a:pt x="604" y="0"/>
                </a:moveTo>
                <a:lnTo>
                  <a:pt x="1046678" y="31606"/>
                </a:lnTo>
                <a:cubicBezTo>
                  <a:pt x="2500206" y="80213"/>
                  <a:pt x="3963580" y="133888"/>
                  <a:pt x="5546275" y="112263"/>
                </a:cubicBezTo>
                <a:lnTo>
                  <a:pt x="5546275" y="105896"/>
                </a:lnTo>
                <a:lnTo>
                  <a:pt x="5549704" y="105964"/>
                </a:lnTo>
                <a:cubicBezTo>
                  <a:pt x="5551736" y="2205232"/>
                  <a:pt x="5553768" y="4641049"/>
                  <a:pt x="5555800" y="6740317"/>
                </a:cubicBezTo>
                <a:cubicBezTo>
                  <a:pt x="5387525" y="6767918"/>
                  <a:pt x="2854510" y="6750816"/>
                  <a:pt x="2858701" y="6753779"/>
                </a:cubicBezTo>
                <a:cubicBezTo>
                  <a:pt x="2836899" y="6742688"/>
                  <a:pt x="714518" y="6753694"/>
                  <a:pt x="1201" y="6740952"/>
                </a:cubicBezTo>
                <a:cubicBezTo>
                  <a:pt x="-4213" y="5559893"/>
                  <a:pt x="10994" y="1208592"/>
                  <a:pt x="1558" y="93801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Press the icon</a:t>
            </a:r>
            <a:br>
              <a:rPr lang="en-US" dirty="0"/>
            </a:br>
            <a:r>
              <a:rPr lang="en-US" dirty="0"/>
              <a:t>to insert image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57154384"/>
      </p:ext>
    </p:extLst>
  </p:cSld>
  <p:clrMapOvr>
    <a:masterClrMapping/>
  </p:clrMapOvr>
  <p:transition spd="slow">
    <p:cover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AF6045-9D99-3738-C293-75DDC277484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9659" y="92845"/>
            <a:ext cx="12336936" cy="6816741"/>
          </a:xfrm>
          <a:custGeom>
            <a:avLst/>
            <a:gdLst>
              <a:gd name="connsiteX0" fmla="*/ 4835699 w 12336936"/>
              <a:gd name="connsiteY0" fmla="*/ 470 h 6816741"/>
              <a:gd name="connsiteX1" fmla="*/ 12261659 w 12336936"/>
              <a:gd name="connsiteY1" fmla="*/ 147770 h 6816741"/>
              <a:gd name="connsiteX2" fmla="*/ 12261659 w 12336936"/>
              <a:gd name="connsiteY2" fmla="*/ 137667 h 6816741"/>
              <a:gd name="connsiteX3" fmla="*/ 12326915 w 12336936"/>
              <a:gd name="connsiteY3" fmla="*/ 137670 h 6816741"/>
              <a:gd name="connsiteX4" fmla="*/ 12318583 w 12336936"/>
              <a:gd name="connsiteY4" fmla="*/ 6816741 h 6816741"/>
              <a:gd name="connsiteX5" fmla="*/ 87 w 12336936"/>
              <a:gd name="connsiteY5" fmla="*/ 6799445 h 6816741"/>
              <a:gd name="connsiteX6" fmla="*/ 6851 w 12336936"/>
              <a:gd name="connsiteY6" fmla="*/ 226490 h 6816741"/>
              <a:gd name="connsiteX7" fmla="*/ 69659 w 12336936"/>
              <a:gd name="connsiteY7" fmla="*/ 220047 h 6816741"/>
              <a:gd name="connsiteX8" fmla="*/ 69659 w 12336936"/>
              <a:gd name="connsiteY8" fmla="*/ 238386 h 6816741"/>
              <a:gd name="connsiteX9" fmla="*/ 4835699 w 12336936"/>
              <a:gd name="connsiteY9" fmla="*/ 470 h 681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36936" h="6816741">
                <a:moveTo>
                  <a:pt x="4835699" y="470"/>
                </a:moveTo>
                <a:cubicBezTo>
                  <a:pt x="7317455" y="10687"/>
                  <a:pt x="9623835" y="183811"/>
                  <a:pt x="12261659" y="147770"/>
                </a:cubicBezTo>
                <a:lnTo>
                  <a:pt x="12261659" y="137667"/>
                </a:lnTo>
                <a:lnTo>
                  <a:pt x="12326915" y="137670"/>
                </a:lnTo>
                <a:cubicBezTo>
                  <a:pt x="12348072" y="2597159"/>
                  <a:pt x="12331055" y="4623229"/>
                  <a:pt x="12318583" y="6816741"/>
                </a:cubicBezTo>
                <a:lnTo>
                  <a:pt x="87" y="6799445"/>
                </a:lnTo>
                <a:cubicBezTo>
                  <a:pt x="-971" y="4728742"/>
                  <a:pt x="7909" y="2297193"/>
                  <a:pt x="6851" y="226490"/>
                </a:cubicBezTo>
                <a:lnTo>
                  <a:pt x="69659" y="220047"/>
                </a:lnTo>
                <a:lnTo>
                  <a:pt x="69659" y="238386"/>
                </a:lnTo>
                <a:cubicBezTo>
                  <a:pt x="1794456" y="46856"/>
                  <a:pt x="3346645" y="-5660"/>
                  <a:pt x="4835699" y="47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nb-NO" dirty="0"/>
            </a:br>
            <a:r>
              <a:rPr lang="nb-NO" dirty="0"/>
              <a:t>           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B4EA86-E703-DC40-81E1-563572BAE5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7736" y="1623379"/>
            <a:ext cx="10296525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4B741-2AD2-8F4D-996C-F33E5B10A7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276" y="3872435"/>
            <a:ext cx="8593137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images </a:t>
            </a:r>
            <a:r>
              <a:rPr lang="nb-NO" dirty="0" err="1"/>
              <a:t>influences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. Place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contrast is best.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3644955"/>
      </p:ext>
    </p:extLst>
  </p:cSld>
  <p:clrMapOvr>
    <a:masterClrMapping/>
  </p:clrMapOvr>
  <p:transition spd="slow">
    <p:cover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9AB554E-0944-227D-0DEA-BE328E5C3450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-3173" y="93887"/>
            <a:ext cx="12209642" cy="6771938"/>
          </a:xfrm>
          <a:custGeom>
            <a:avLst/>
            <a:gdLst>
              <a:gd name="connsiteX0" fmla="*/ 4573199 w 12209642"/>
              <a:gd name="connsiteY0" fmla="*/ 0 h 6771938"/>
              <a:gd name="connsiteX1" fmla="*/ 5835536 w 12209642"/>
              <a:gd name="connsiteY1" fmla="*/ 13751 h 6771938"/>
              <a:gd name="connsiteX2" fmla="*/ 5916037 w 12209642"/>
              <a:gd name="connsiteY2" fmla="*/ 15413 h 6771938"/>
              <a:gd name="connsiteX3" fmla="*/ 6663572 w 12209642"/>
              <a:gd name="connsiteY3" fmla="*/ 34889 h 6771938"/>
              <a:gd name="connsiteX4" fmla="*/ 7695576 w 12209642"/>
              <a:gd name="connsiteY4" fmla="*/ 66070 h 6771938"/>
              <a:gd name="connsiteX5" fmla="*/ 12195173 w 12209642"/>
              <a:gd name="connsiteY5" fmla="*/ 146727 h 6771938"/>
              <a:gd name="connsiteX6" fmla="*/ 12195173 w 12209642"/>
              <a:gd name="connsiteY6" fmla="*/ 146152 h 6771938"/>
              <a:gd name="connsiteX7" fmla="*/ 12200794 w 12209642"/>
              <a:gd name="connsiteY7" fmla="*/ 146152 h 6771938"/>
              <a:gd name="connsiteX8" fmla="*/ 12187652 w 12209642"/>
              <a:gd name="connsiteY8" fmla="*/ 6771938 h 6771938"/>
              <a:gd name="connsiteX9" fmla="*/ 3175 w 12209642"/>
              <a:gd name="connsiteY9" fmla="*/ 6770931 h 6771938"/>
              <a:gd name="connsiteX10" fmla="*/ 0 w 12209642"/>
              <a:gd name="connsiteY10" fmla="*/ 234972 h 6771938"/>
              <a:gd name="connsiteX11" fmla="*/ 3173 w 12209642"/>
              <a:gd name="connsiteY11" fmla="*/ 234645 h 6771938"/>
              <a:gd name="connsiteX12" fmla="*/ 3173 w 12209642"/>
              <a:gd name="connsiteY12" fmla="*/ 237343 h 6771938"/>
              <a:gd name="connsiteX13" fmla="*/ 851695 w 12209642"/>
              <a:gd name="connsiteY13" fmla="*/ 152790 h 6771938"/>
              <a:gd name="connsiteX14" fmla="*/ 1373141 w 12209642"/>
              <a:gd name="connsiteY14" fmla="*/ 112474 h 6771938"/>
              <a:gd name="connsiteX15" fmla="*/ 1744648 w 12209642"/>
              <a:gd name="connsiteY15" fmla="*/ 87156 h 6771938"/>
              <a:gd name="connsiteX16" fmla="*/ 3122726 w 12209642"/>
              <a:gd name="connsiteY16" fmla="*/ 21270 h 6771938"/>
              <a:gd name="connsiteX17" fmla="*/ 3334026 w 12209642"/>
              <a:gd name="connsiteY17" fmla="*/ 14354 h 6771938"/>
              <a:gd name="connsiteX18" fmla="*/ 4018918 w 12209642"/>
              <a:gd name="connsiteY18" fmla="*/ 1621 h 677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09642" h="6771938">
                <a:moveTo>
                  <a:pt x="4573199" y="0"/>
                </a:moveTo>
                <a:lnTo>
                  <a:pt x="5835536" y="13751"/>
                </a:lnTo>
                <a:lnTo>
                  <a:pt x="5916037" y="15413"/>
                </a:lnTo>
                <a:lnTo>
                  <a:pt x="6663572" y="34889"/>
                </a:lnTo>
                <a:lnTo>
                  <a:pt x="7695576" y="66070"/>
                </a:lnTo>
                <a:cubicBezTo>
                  <a:pt x="9149104" y="114677"/>
                  <a:pt x="10612478" y="168352"/>
                  <a:pt x="12195173" y="146727"/>
                </a:cubicBezTo>
                <a:lnTo>
                  <a:pt x="12195173" y="146152"/>
                </a:lnTo>
                <a:lnTo>
                  <a:pt x="12200794" y="146152"/>
                </a:lnTo>
                <a:cubicBezTo>
                  <a:pt x="12221951" y="2605641"/>
                  <a:pt x="12200124" y="4578426"/>
                  <a:pt x="12187652" y="6771938"/>
                </a:cubicBezTo>
                <a:lnTo>
                  <a:pt x="3175" y="6770931"/>
                </a:lnTo>
                <a:cubicBezTo>
                  <a:pt x="2117" y="4700228"/>
                  <a:pt x="1058" y="2305675"/>
                  <a:pt x="0" y="234972"/>
                </a:cubicBezTo>
                <a:lnTo>
                  <a:pt x="3173" y="234645"/>
                </a:lnTo>
                <a:lnTo>
                  <a:pt x="3173" y="237343"/>
                </a:lnTo>
                <a:cubicBezTo>
                  <a:pt x="290639" y="205421"/>
                  <a:pt x="573311" y="177361"/>
                  <a:pt x="851695" y="152790"/>
                </a:cubicBezTo>
                <a:lnTo>
                  <a:pt x="1373141" y="112474"/>
                </a:lnTo>
                <a:lnTo>
                  <a:pt x="1744648" y="87156"/>
                </a:lnTo>
                <a:cubicBezTo>
                  <a:pt x="2231619" y="57252"/>
                  <a:pt x="2704419" y="35906"/>
                  <a:pt x="3122726" y="21270"/>
                </a:cubicBezTo>
                <a:lnTo>
                  <a:pt x="3334026" y="14354"/>
                </a:lnTo>
                <a:lnTo>
                  <a:pt x="4018918" y="162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	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video</a:t>
            </a:r>
          </a:p>
        </p:txBody>
      </p:sp>
    </p:spTree>
    <p:extLst>
      <p:ext uri="{BB962C8B-B14F-4D97-AF65-F5344CB8AC3E}">
        <p14:creationId xmlns:p14="http://schemas.microsoft.com/office/powerpoint/2010/main" val="3278666021"/>
      </p:ext>
    </p:extLst>
  </p:cSld>
  <p:clrMapOvr>
    <a:masterClrMapping/>
  </p:clrMapOvr>
  <p:transition spd="slow">
    <p:cover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rå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B75A9EE-34F2-C04E-A6AA-1C79900F16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1906676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413EE75-C434-F048-A403-D8E34533E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7738" y="2796859"/>
            <a:ext cx="5563625" cy="2626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988560-7FA0-E519-064D-11D2BF384B3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98662" y="205952"/>
            <a:ext cx="4266635" cy="6675032"/>
          </a:xfrm>
          <a:custGeom>
            <a:avLst/>
            <a:gdLst>
              <a:gd name="connsiteX0" fmla="*/ 1713702 w 4266635"/>
              <a:gd name="connsiteY0" fmla="*/ 0 h 6675032"/>
              <a:gd name="connsiteX1" fmla="*/ 1754606 w 4266635"/>
              <a:gd name="connsiteY1" fmla="*/ 1325 h 6675032"/>
              <a:gd name="connsiteX2" fmla="*/ 4011427 w 4266635"/>
              <a:gd name="connsiteY2" fmla="*/ 39571 h 6675032"/>
              <a:gd name="connsiteX3" fmla="*/ 4256367 w 4266635"/>
              <a:gd name="connsiteY3" fmla="*/ 38034 h 6675032"/>
              <a:gd name="connsiteX4" fmla="*/ 4266635 w 4266635"/>
              <a:gd name="connsiteY4" fmla="*/ 41110 h 6675032"/>
              <a:gd name="connsiteX5" fmla="*/ 4047047 w 4266635"/>
              <a:gd name="connsiteY5" fmla="*/ 917664 h 6675032"/>
              <a:gd name="connsiteX6" fmla="*/ 3738390 w 4266635"/>
              <a:gd name="connsiteY6" fmla="*/ 2138913 h 6675032"/>
              <a:gd name="connsiteX7" fmla="*/ 3735064 w 4266635"/>
              <a:gd name="connsiteY7" fmla="*/ 2138913 h 6675032"/>
              <a:gd name="connsiteX8" fmla="*/ 3180579 w 4266635"/>
              <a:gd name="connsiteY8" fmla="*/ 4350099 h 6675032"/>
              <a:gd name="connsiteX9" fmla="*/ 3181497 w 4266635"/>
              <a:gd name="connsiteY9" fmla="*/ 4350099 h 6675032"/>
              <a:gd name="connsiteX10" fmla="*/ 2610068 w 4266635"/>
              <a:gd name="connsiteY10" fmla="*/ 6660321 h 6675032"/>
              <a:gd name="connsiteX11" fmla="*/ 0 w 4266635"/>
              <a:gd name="connsiteY11" fmla="*/ 6663496 h 6675032"/>
              <a:gd name="connsiteX12" fmla="*/ 600732 w 4266635"/>
              <a:gd name="connsiteY12" fmla="*/ 4350099 h 6675032"/>
              <a:gd name="connsiteX13" fmla="*/ 599086 w 4266635"/>
              <a:gd name="connsiteY13" fmla="*/ 4350099 h 6675032"/>
              <a:gd name="connsiteX14" fmla="*/ 1155368 w 4266635"/>
              <a:gd name="connsiteY14" fmla="*/ 2134650 h 6675032"/>
              <a:gd name="connsiteX15" fmla="*/ 1157991 w 4266635"/>
              <a:gd name="connsiteY15" fmla="*/ 2134650 h 6675032"/>
              <a:gd name="connsiteX16" fmla="*/ 1295471 w 4266635"/>
              <a:gd name="connsiteY16" fmla="*/ 1598862 h 6675032"/>
              <a:gd name="connsiteX17" fmla="*/ 1710004 w 4266635"/>
              <a:gd name="connsiteY17" fmla="*/ 141 h 667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266635" h="6675032">
                <a:moveTo>
                  <a:pt x="1713702" y="0"/>
                </a:moveTo>
                <a:lnTo>
                  <a:pt x="1754606" y="1325"/>
                </a:lnTo>
                <a:cubicBezTo>
                  <a:pt x="2490734" y="22852"/>
                  <a:pt x="3238446" y="38950"/>
                  <a:pt x="4011427" y="39571"/>
                </a:cubicBezTo>
                <a:lnTo>
                  <a:pt x="4256367" y="38034"/>
                </a:lnTo>
                <a:lnTo>
                  <a:pt x="4266635" y="41110"/>
                </a:lnTo>
                <a:lnTo>
                  <a:pt x="4047047" y="917664"/>
                </a:lnTo>
                <a:lnTo>
                  <a:pt x="3738390" y="2138913"/>
                </a:lnTo>
                <a:lnTo>
                  <a:pt x="3735064" y="2138913"/>
                </a:lnTo>
                <a:lnTo>
                  <a:pt x="3180579" y="4350099"/>
                </a:lnTo>
                <a:lnTo>
                  <a:pt x="3181497" y="4350099"/>
                </a:lnTo>
                <a:cubicBezTo>
                  <a:pt x="3003721" y="5065140"/>
                  <a:pt x="2787844" y="5945280"/>
                  <a:pt x="2610068" y="6660321"/>
                </a:cubicBezTo>
                <a:cubicBezTo>
                  <a:pt x="1682895" y="6682546"/>
                  <a:pt x="1060523" y="6676196"/>
                  <a:pt x="0" y="6663496"/>
                </a:cubicBezTo>
                <a:lnTo>
                  <a:pt x="600732" y="4350099"/>
                </a:lnTo>
                <a:lnTo>
                  <a:pt x="599086" y="4350099"/>
                </a:lnTo>
                <a:lnTo>
                  <a:pt x="1155368" y="2134650"/>
                </a:lnTo>
                <a:lnTo>
                  <a:pt x="1157991" y="2134650"/>
                </a:lnTo>
                <a:lnTo>
                  <a:pt x="1295471" y="1598862"/>
                </a:lnTo>
                <a:cubicBezTo>
                  <a:pt x="1433649" y="1065955"/>
                  <a:pt x="1570934" y="549122"/>
                  <a:pt x="1710004" y="141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		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1926782240"/>
      </p:ext>
    </p:extLst>
  </p:cSld>
  <p:clrMapOvr>
    <a:masterClrMapping/>
  </p:clrMapOvr>
  <p:transition spd="slow">
    <p:cover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k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7" y="-11575"/>
            <a:ext cx="11145170" cy="6908972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>
            <a:cxnSpLocks/>
          </p:cNvCxnSpPr>
          <p:nvPr userDrawn="1"/>
        </p:nvCxnSpPr>
        <p:spPr>
          <a:xfrm>
            <a:off x="955119" y="3662651"/>
            <a:ext cx="615041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4003392"/>
            <a:ext cx="4339542" cy="94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 err="1"/>
              <a:t>Closing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or </a:t>
            </a:r>
            <a:r>
              <a:rPr lang="nb-NO" dirty="0" err="1"/>
              <a:t>perhaps</a:t>
            </a:r>
            <a:r>
              <a:rPr lang="nb-NO" dirty="0"/>
              <a:t> </a:t>
            </a:r>
            <a:r>
              <a:rPr lang="nb-NO" dirty="0" err="1"/>
              <a:t>contact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.</a:t>
            </a:r>
          </a:p>
        </p:txBody>
      </p:sp>
      <p:pic>
        <p:nvPicPr>
          <p:cNvPr id="5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5BF775BB-34B2-5BB8-ED01-97B2145D9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8ACAA394-6831-A527-E044-958492ACCACF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9E365887-CF20-77C7-D583-F0E233EC76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Sylinder 8">
            <a:extLst>
              <a:ext uri="{FF2B5EF4-FFF2-40B4-BE49-F238E27FC236}">
                <a16:creationId xmlns:a16="http://schemas.microsoft.com/office/drawing/2014/main" id="{AE46E187-AB26-FA50-9CC8-5DDE3F88DE31}"/>
              </a:ext>
            </a:extLst>
          </p:cNvPr>
          <p:cNvSpPr txBox="1"/>
          <p:nvPr userDrawn="1"/>
        </p:nvSpPr>
        <p:spPr>
          <a:xfrm>
            <a:off x="487013" y="6253788"/>
            <a:ext cx="597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 – first slide and this slide: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Gløshaugen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Mentz </a:t>
            </a:r>
            <a:r>
              <a:rPr lang="en-GB" sz="12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Indergaard</a:t>
            </a:r>
            <a:r>
              <a:rPr lang="en-GB" sz="12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Gjøvik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Espen </a:t>
            </a:r>
            <a:r>
              <a:rPr lang="en-GB" sz="1200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Taftø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Vestad/NTNU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|  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Ålesund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Sissel Basso/NTNU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4C58D99E-A6E3-76E9-8EC4-89EE427F5156}"/>
              </a:ext>
            </a:extLst>
          </p:cNvPr>
          <p:cNvSpPr txBox="1"/>
          <p:nvPr userDrawn="1"/>
        </p:nvSpPr>
        <p:spPr>
          <a:xfrm>
            <a:off x="2907838" y="1564296"/>
            <a:ext cx="54668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 m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informa</a:t>
            </a:r>
            <a:r>
              <a:rPr lang="nb-NO" sz="4400" b="1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tion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NO" sz="5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NO" sz="280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www.ntnu.</a:t>
            </a:r>
            <a:r>
              <a:rPr lang="nb-NO" sz="280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edu</a:t>
            </a:r>
            <a:endParaRPr lang="en-NO" sz="280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Bilde 9" descr="QR code leading to www.ntnu.edu">
            <a:extLst>
              <a:ext uri="{FF2B5EF4-FFF2-40B4-BE49-F238E27FC236}">
                <a16:creationId xmlns:a16="http://schemas.microsoft.com/office/drawing/2014/main" id="{926DBBDC-8DF7-6834-CB52-F6C9AEFE05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4639" y="1586243"/>
            <a:ext cx="1973717" cy="18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20177"/>
      </p:ext>
    </p:extLst>
  </p:cSld>
  <p:clrMapOvr>
    <a:masterClrMapping/>
  </p:clrMapOvr>
  <p:transition spd="slow">
    <p:cover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8" y="-11575"/>
            <a:ext cx="11182703" cy="6901254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/>
          <p:nvPr userDrawn="1"/>
        </p:nvCxnSpPr>
        <p:spPr>
          <a:xfrm>
            <a:off x="1753026" y="3427171"/>
            <a:ext cx="43395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5363" y="3741824"/>
            <a:ext cx="4339542" cy="19611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Opening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slide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Theme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title</a:t>
            </a:r>
            <a: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nb-NO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here</a:t>
            </a: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br>
              <a:rPr kumimoji="0" lang="nb-NO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Affiliation</a:t>
            </a:r>
            <a:r>
              <a:rPr kumimoji="0" lang="nb-NO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?</a:t>
            </a:r>
            <a:endParaRPr lang="nb-NO" dirty="0"/>
          </a:p>
        </p:txBody>
      </p:sp>
      <p:pic>
        <p:nvPicPr>
          <p:cNvPr id="2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AFF56E8A-6C89-19E3-F626-D0F5861D02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6A1E0FF7-4C82-E107-C00C-B9D964848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BB4DE21D-C703-97ED-6EC5-B9F9AD089E41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Bilde 6" descr="The logo of NTNU with the subtitle the norwegian university of science and technology">
            <a:extLst>
              <a:ext uri="{FF2B5EF4-FFF2-40B4-BE49-F238E27FC236}">
                <a16:creationId xmlns:a16="http://schemas.microsoft.com/office/drawing/2014/main" id="{F46B1C86-549D-F410-CCEB-DCE47FBC76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1264" y="1031016"/>
            <a:ext cx="5397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4656"/>
      </p:ext>
    </p:extLst>
  </p:cSld>
  <p:clrMapOvr>
    <a:masterClrMapping/>
  </p:clrMapOvr>
  <p:transition spd="slow">
    <p:cover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77643E1-60F5-9428-06A6-1C148E38DF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BF34CB79-8A6A-31DE-B83B-2EAF60EDB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95" y="1452095"/>
            <a:ext cx="11016867" cy="49950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AF9F6"/>
                </a:solidFill>
              </a:defRPr>
            </a:lvl1pPr>
            <a:lvl2pPr>
              <a:defRPr sz="2400">
                <a:solidFill>
                  <a:srgbClr val="FAF9F6"/>
                </a:solidFill>
              </a:defRPr>
            </a:lvl2pPr>
            <a:lvl3pPr>
              <a:defRPr sz="2100">
                <a:solidFill>
                  <a:srgbClr val="FAF9F6"/>
                </a:solidFill>
              </a:defRPr>
            </a:lvl3pPr>
            <a:lvl4pPr>
              <a:defRPr sz="1900">
                <a:solidFill>
                  <a:srgbClr val="FAF9F6"/>
                </a:solidFill>
              </a:defRPr>
            </a:lvl4pPr>
            <a:lvl5pPr>
              <a:defRPr sz="1700">
                <a:solidFill>
                  <a:srgbClr val="FAF9F6"/>
                </a:solidFill>
              </a:defRPr>
            </a:lvl5pPr>
          </a:lstStyle>
          <a:p>
            <a:pPr lvl="0"/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edit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styles in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template</a:t>
            </a:r>
            <a:endParaRPr lang="nb-NO" dirty="0"/>
          </a:p>
          <a:p>
            <a:pPr lvl="1"/>
            <a:r>
              <a:rPr lang="nb-NO" dirty="0"/>
              <a:t>Second </a:t>
            </a:r>
            <a:r>
              <a:rPr lang="nb-NO" dirty="0" err="1"/>
              <a:t>level</a:t>
            </a:r>
            <a:endParaRPr lang="nb-NO" dirty="0"/>
          </a:p>
          <a:p>
            <a:pPr lvl="2"/>
            <a:r>
              <a:rPr lang="nb-NO" dirty="0"/>
              <a:t>Third </a:t>
            </a:r>
            <a:r>
              <a:rPr lang="nb-NO" dirty="0" err="1"/>
              <a:t>level</a:t>
            </a:r>
            <a:endParaRPr lang="nb-NO" dirty="0"/>
          </a:p>
          <a:p>
            <a:pPr lvl="3"/>
            <a:r>
              <a:rPr lang="nb-NO" dirty="0" err="1"/>
              <a:t>fourth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  <a:p>
            <a:pPr lvl="4"/>
            <a:r>
              <a:rPr lang="nb-NO" dirty="0" err="1"/>
              <a:t>fifth</a:t>
            </a:r>
            <a:r>
              <a:rPr lang="nb-NO" dirty="0"/>
              <a:t> </a:t>
            </a:r>
            <a:r>
              <a:rPr lang="nb-NO" dirty="0" err="1"/>
              <a:t>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77850866"/>
      </p:ext>
    </p:extLst>
  </p:cSld>
  <p:clrMapOvr>
    <a:masterClrMapping/>
  </p:clrMapOvr>
  <p:transition spd="slow">
    <p:cover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923" y="2148369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FC2BC-32E9-144F-A493-1C7DD9278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174" y="93422"/>
            <a:ext cx="5564590" cy="6782286"/>
          </a:xfrm>
          <a:custGeom>
            <a:avLst/>
            <a:gdLst>
              <a:gd name="connsiteX0" fmla="*/ 0 w 5554663"/>
              <a:gd name="connsiteY0" fmla="*/ 0 h 4162425"/>
              <a:gd name="connsiteX1" fmla="*/ 5554663 w 5554663"/>
              <a:gd name="connsiteY1" fmla="*/ 0 h 4162425"/>
              <a:gd name="connsiteX2" fmla="*/ 5554663 w 5554663"/>
              <a:gd name="connsiteY2" fmla="*/ 4162425 h 4162425"/>
              <a:gd name="connsiteX3" fmla="*/ 0 w 5554663"/>
              <a:gd name="connsiteY3" fmla="*/ 4162425 h 4162425"/>
              <a:gd name="connsiteX4" fmla="*/ 0 w 5554663"/>
              <a:gd name="connsiteY4" fmla="*/ 0 h 4162425"/>
              <a:gd name="connsiteX0" fmla="*/ 0 w 5554663"/>
              <a:gd name="connsiteY0" fmla="*/ 0 h 6135909"/>
              <a:gd name="connsiteX1" fmla="*/ 5554663 w 5554663"/>
              <a:gd name="connsiteY1" fmla="*/ 0 h 6135909"/>
              <a:gd name="connsiteX2" fmla="*/ 5554663 w 5554663"/>
              <a:gd name="connsiteY2" fmla="*/ 4162425 h 6135909"/>
              <a:gd name="connsiteX3" fmla="*/ 0 w 5554663"/>
              <a:gd name="connsiteY3" fmla="*/ 6135909 h 6135909"/>
              <a:gd name="connsiteX4" fmla="*/ 0 w 5554663"/>
              <a:gd name="connsiteY4" fmla="*/ 0 h 6135909"/>
              <a:gd name="connsiteX0" fmla="*/ 0 w 5560450"/>
              <a:gd name="connsiteY0" fmla="*/ 231493 h 6367402"/>
              <a:gd name="connsiteX1" fmla="*/ 5560450 w 5560450"/>
              <a:gd name="connsiteY1" fmla="*/ 0 h 6367402"/>
              <a:gd name="connsiteX2" fmla="*/ 5554663 w 5560450"/>
              <a:gd name="connsiteY2" fmla="*/ 4393918 h 6367402"/>
              <a:gd name="connsiteX3" fmla="*/ 0 w 5560450"/>
              <a:gd name="connsiteY3" fmla="*/ 6367402 h 6367402"/>
              <a:gd name="connsiteX4" fmla="*/ 0 w 5560450"/>
              <a:gd name="connsiteY4" fmla="*/ 231493 h 6367402"/>
              <a:gd name="connsiteX0" fmla="*/ 0 w 5560450"/>
              <a:gd name="connsiteY0" fmla="*/ 244108 h 6380017"/>
              <a:gd name="connsiteX1" fmla="*/ 5560450 w 5560450"/>
              <a:gd name="connsiteY1" fmla="*/ 12615 h 6380017"/>
              <a:gd name="connsiteX2" fmla="*/ 5554663 w 5560450"/>
              <a:gd name="connsiteY2" fmla="*/ 4406533 h 6380017"/>
              <a:gd name="connsiteX3" fmla="*/ 0 w 5560450"/>
              <a:gd name="connsiteY3" fmla="*/ 6380017 h 6380017"/>
              <a:gd name="connsiteX4" fmla="*/ 0 w 5560450"/>
              <a:gd name="connsiteY4" fmla="*/ 244108 h 6380017"/>
              <a:gd name="connsiteX0" fmla="*/ 0 w 5560450"/>
              <a:gd name="connsiteY0" fmla="*/ 252469 h 6388378"/>
              <a:gd name="connsiteX1" fmla="*/ 5560450 w 5560450"/>
              <a:gd name="connsiteY1" fmla="*/ 20976 h 6388378"/>
              <a:gd name="connsiteX2" fmla="*/ 5554663 w 5560450"/>
              <a:gd name="connsiteY2" fmla="*/ 4414894 h 6388378"/>
              <a:gd name="connsiteX3" fmla="*/ 0 w 5560450"/>
              <a:gd name="connsiteY3" fmla="*/ 6388378 h 6388378"/>
              <a:gd name="connsiteX4" fmla="*/ 0 w 5560450"/>
              <a:gd name="connsiteY4" fmla="*/ 252469 h 6388378"/>
              <a:gd name="connsiteX0" fmla="*/ 0 w 5563625"/>
              <a:gd name="connsiteY0" fmla="*/ 189244 h 6401353"/>
              <a:gd name="connsiteX1" fmla="*/ 5563625 w 5563625"/>
              <a:gd name="connsiteY1" fmla="*/ 33951 h 6401353"/>
              <a:gd name="connsiteX2" fmla="*/ 5557838 w 5563625"/>
              <a:gd name="connsiteY2" fmla="*/ 4427869 h 6401353"/>
              <a:gd name="connsiteX3" fmla="*/ 3175 w 5563625"/>
              <a:gd name="connsiteY3" fmla="*/ 6401353 h 6401353"/>
              <a:gd name="connsiteX4" fmla="*/ 0 w 5563625"/>
              <a:gd name="connsiteY4" fmla="*/ 189244 h 6401353"/>
              <a:gd name="connsiteX0" fmla="*/ 0 w 5563625"/>
              <a:gd name="connsiteY0" fmla="*/ 249661 h 6461770"/>
              <a:gd name="connsiteX1" fmla="*/ 5563625 w 5563625"/>
              <a:gd name="connsiteY1" fmla="*/ 21343 h 6461770"/>
              <a:gd name="connsiteX2" fmla="*/ 5557838 w 5563625"/>
              <a:gd name="connsiteY2" fmla="*/ 4488286 h 6461770"/>
              <a:gd name="connsiteX3" fmla="*/ 3175 w 5563625"/>
              <a:gd name="connsiteY3" fmla="*/ 6461770 h 6461770"/>
              <a:gd name="connsiteX4" fmla="*/ 0 w 5563625"/>
              <a:gd name="connsiteY4" fmla="*/ 249661 h 6461770"/>
              <a:gd name="connsiteX0" fmla="*/ 0 w 5563625"/>
              <a:gd name="connsiteY0" fmla="*/ 228318 h 6440427"/>
              <a:gd name="connsiteX1" fmla="*/ 5563625 w 5563625"/>
              <a:gd name="connsiteY1" fmla="*/ 0 h 6440427"/>
              <a:gd name="connsiteX2" fmla="*/ 5557838 w 5563625"/>
              <a:gd name="connsiteY2" fmla="*/ 4466943 h 6440427"/>
              <a:gd name="connsiteX3" fmla="*/ 3175 w 5563625"/>
              <a:gd name="connsiteY3" fmla="*/ 6440427 h 6440427"/>
              <a:gd name="connsiteX4" fmla="*/ 0 w 5563625"/>
              <a:gd name="connsiteY4" fmla="*/ 228318 h 6440427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1804 h 6443913"/>
              <a:gd name="connsiteX1" fmla="*/ 5563625 w 5563625"/>
              <a:gd name="connsiteY1" fmla="*/ 3486 h 6443913"/>
              <a:gd name="connsiteX2" fmla="*/ 5557838 w 5563625"/>
              <a:gd name="connsiteY2" fmla="*/ 4470429 h 6443913"/>
              <a:gd name="connsiteX3" fmla="*/ 3175 w 5563625"/>
              <a:gd name="connsiteY3" fmla="*/ 6443913 h 6443913"/>
              <a:gd name="connsiteX4" fmla="*/ 0 w 5563625"/>
              <a:gd name="connsiteY4" fmla="*/ 231804 h 6443913"/>
              <a:gd name="connsiteX0" fmla="*/ 0 w 5563625"/>
              <a:gd name="connsiteY0" fmla="*/ 235436 h 6447545"/>
              <a:gd name="connsiteX1" fmla="*/ 5563625 w 5563625"/>
              <a:gd name="connsiteY1" fmla="*/ 7118 h 6447545"/>
              <a:gd name="connsiteX2" fmla="*/ 5557838 w 5563625"/>
              <a:gd name="connsiteY2" fmla="*/ 4474061 h 6447545"/>
              <a:gd name="connsiteX3" fmla="*/ 3175 w 5563625"/>
              <a:gd name="connsiteY3" fmla="*/ 6447545 h 6447545"/>
              <a:gd name="connsiteX4" fmla="*/ 0 w 5563625"/>
              <a:gd name="connsiteY4" fmla="*/ 235436 h 6447545"/>
              <a:gd name="connsiteX0" fmla="*/ 0 w 5563625"/>
              <a:gd name="connsiteY0" fmla="*/ 235436 h 6511045"/>
              <a:gd name="connsiteX1" fmla="*/ 5563625 w 5563625"/>
              <a:gd name="connsiteY1" fmla="*/ 7118 h 6511045"/>
              <a:gd name="connsiteX2" fmla="*/ 5557838 w 5563625"/>
              <a:gd name="connsiteY2" fmla="*/ 4474061 h 6511045"/>
              <a:gd name="connsiteX3" fmla="*/ 3175 w 5563625"/>
              <a:gd name="connsiteY3" fmla="*/ 6511045 h 6511045"/>
              <a:gd name="connsiteX4" fmla="*/ 0 w 5563625"/>
              <a:gd name="connsiteY4" fmla="*/ 235436 h 6511045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629886"/>
              <a:gd name="connsiteX1" fmla="*/ 5563625 w 5563625"/>
              <a:gd name="connsiteY1" fmla="*/ 7118 h 6629886"/>
              <a:gd name="connsiteX2" fmla="*/ 5561013 w 5563625"/>
              <a:gd name="connsiteY2" fmla="*/ 6629886 h 6629886"/>
              <a:gd name="connsiteX3" fmla="*/ 3175 w 5563625"/>
              <a:gd name="connsiteY3" fmla="*/ 6511045 h 6629886"/>
              <a:gd name="connsiteX4" fmla="*/ 0 w 5563625"/>
              <a:gd name="connsiteY4" fmla="*/ 235436 h 6629886"/>
              <a:gd name="connsiteX0" fmla="*/ 0 w 5563625"/>
              <a:gd name="connsiteY0" fmla="*/ 235436 h 6765045"/>
              <a:gd name="connsiteX1" fmla="*/ 5563625 w 5563625"/>
              <a:gd name="connsiteY1" fmla="*/ 7118 h 6765045"/>
              <a:gd name="connsiteX2" fmla="*/ 5561013 w 5563625"/>
              <a:gd name="connsiteY2" fmla="*/ 6629886 h 6765045"/>
              <a:gd name="connsiteX3" fmla="*/ 3175 w 5563625"/>
              <a:gd name="connsiteY3" fmla="*/ 6765045 h 6765045"/>
              <a:gd name="connsiteX4" fmla="*/ 0 w 5563625"/>
              <a:gd name="connsiteY4" fmla="*/ 235436 h 6765045"/>
              <a:gd name="connsiteX0" fmla="*/ 0 w 5592763"/>
              <a:gd name="connsiteY0" fmla="*/ 235436 h 6769586"/>
              <a:gd name="connsiteX1" fmla="*/ 5563625 w 5592763"/>
              <a:gd name="connsiteY1" fmla="*/ 7118 h 6769586"/>
              <a:gd name="connsiteX2" fmla="*/ 5592763 w 5592763"/>
              <a:gd name="connsiteY2" fmla="*/ 6769586 h 6769586"/>
              <a:gd name="connsiteX3" fmla="*/ 3175 w 5592763"/>
              <a:gd name="connsiteY3" fmla="*/ 6765045 h 6769586"/>
              <a:gd name="connsiteX4" fmla="*/ 0 w 5592763"/>
              <a:gd name="connsiteY4" fmla="*/ 235436 h 6769586"/>
              <a:gd name="connsiteX0" fmla="*/ 0 w 5592996"/>
              <a:gd name="connsiteY0" fmla="*/ 235436 h 6769586"/>
              <a:gd name="connsiteX1" fmla="*/ 5563625 w 5592996"/>
              <a:gd name="connsiteY1" fmla="*/ 7118 h 6769586"/>
              <a:gd name="connsiteX2" fmla="*/ 5592763 w 5592996"/>
              <a:gd name="connsiteY2" fmla="*/ 6769586 h 6769586"/>
              <a:gd name="connsiteX3" fmla="*/ 3175 w 5592996"/>
              <a:gd name="connsiteY3" fmla="*/ 6765045 h 6769586"/>
              <a:gd name="connsiteX4" fmla="*/ 0 w 5592996"/>
              <a:gd name="connsiteY4" fmla="*/ 235436 h 6769586"/>
              <a:gd name="connsiteX0" fmla="*/ 0 w 5596404"/>
              <a:gd name="connsiteY0" fmla="*/ 235436 h 6769586"/>
              <a:gd name="connsiteX1" fmla="*/ 5563625 w 5596404"/>
              <a:gd name="connsiteY1" fmla="*/ 7118 h 6769586"/>
              <a:gd name="connsiteX2" fmla="*/ 5592763 w 5596404"/>
              <a:gd name="connsiteY2" fmla="*/ 6769586 h 6769586"/>
              <a:gd name="connsiteX3" fmla="*/ 3175 w 5596404"/>
              <a:gd name="connsiteY3" fmla="*/ 6765045 h 6769586"/>
              <a:gd name="connsiteX4" fmla="*/ 0 w 5596404"/>
              <a:gd name="connsiteY4" fmla="*/ 235436 h 6769586"/>
              <a:gd name="connsiteX0" fmla="*/ 0 w 5568711"/>
              <a:gd name="connsiteY0" fmla="*/ 235436 h 6775936"/>
              <a:gd name="connsiteX1" fmla="*/ 5563625 w 5568711"/>
              <a:gd name="connsiteY1" fmla="*/ 7118 h 6775936"/>
              <a:gd name="connsiteX2" fmla="*/ 5561013 w 5568711"/>
              <a:gd name="connsiteY2" fmla="*/ 6775936 h 6775936"/>
              <a:gd name="connsiteX3" fmla="*/ 3175 w 5568711"/>
              <a:gd name="connsiteY3" fmla="*/ 6765045 h 6775936"/>
              <a:gd name="connsiteX4" fmla="*/ 0 w 5568711"/>
              <a:gd name="connsiteY4" fmla="*/ 235436 h 6775936"/>
              <a:gd name="connsiteX0" fmla="*/ 0 w 5584676"/>
              <a:gd name="connsiteY0" fmla="*/ 235436 h 6782286"/>
              <a:gd name="connsiteX1" fmla="*/ 5563625 w 5584676"/>
              <a:gd name="connsiteY1" fmla="*/ 7118 h 6782286"/>
              <a:gd name="connsiteX2" fmla="*/ 5580063 w 5584676"/>
              <a:gd name="connsiteY2" fmla="*/ 6782286 h 6782286"/>
              <a:gd name="connsiteX3" fmla="*/ 3175 w 5584676"/>
              <a:gd name="connsiteY3" fmla="*/ 6765045 h 6782286"/>
              <a:gd name="connsiteX4" fmla="*/ 0 w 5584676"/>
              <a:gd name="connsiteY4" fmla="*/ 235436 h 6782286"/>
              <a:gd name="connsiteX0" fmla="*/ 0 w 5564590"/>
              <a:gd name="connsiteY0" fmla="*/ 235436 h 6782286"/>
              <a:gd name="connsiteX1" fmla="*/ 5563625 w 5564590"/>
              <a:gd name="connsiteY1" fmla="*/ 7118 h 6782286"/>
              <a:gd name="connsiteX2" fmla="*/ 5554663 w 5564590"/>
              <a:gd name="connsiteY2" fmla="*/ 6782286 h 6782286"/>
              <a:gd name="connsiteX3" fmla="*/ 3175 w 5564590"/>
              <a:gd name="connsiteY3" fmla="*/ 6765045 h 6782286"/>
              <a:gd name="connsiteX4" fmla="*/ 0 w 5564590"/>
              <a:gd name="connsiteY4" fmla="*/ 235436 h 6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4590" h="6782286">
                <a:moveTo>
                  <a:pt x="0" y="235436"/>
                </a:moveTo>
                <a:cubicBezTo>
                  <a:pt x="1801879" y="36738"/>
                  <a:pt x="3376164" y="-22302"/>
                  <a:pt x="5563625" y="7118"/>
                </a:cubicBezTo>
                <a:cubicBezTo>
                  <a:pt x="5560984" y="278894"/>
                  <a:pt x="5571773" y="6782727"/>
                  <a:pt x="5554663" y="6782286"/>
                </a:cubicBezTo>
                <a:lnTo>
                  <a:pt x="3175" y="6765045"/>
                </a:lnTo>
                <a:cubicBezTo>
                  <a:pt x="2117" y="4694342"/>
                  <a:pt x="1058" y="2306139"/>
                  <a:pt x="0" y="235436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/>
          <a:lstStyle>
            <a:lvl1pPr marL="0" indent="0">
              <a:buNone/>
              <a:defRPr/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r>
              <a:rPr lang="nb-NO" dirty="0"/>
              <a:t>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  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58923" y="3038552"/>
            <a:ext cx="5563625" cy="283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265174"/>
      </p:ext>
    </p:extLst>
  </p:cSld>
  <p:clrMapOvr>
    <a:masterClrMapping/>
  </p:clrMapOvr>
  <p:transition spd="slow">
    <p:cover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venstre, overskrift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8AD7188-E77F-AE4D-97BE-DD42B6A83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0527" y="1994946"/>
            <a:ext cx="5416241" cy="876378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2A55-73BC-D24A-8AAD-88CEF1326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0527" y="2885129"/>
            <a:ext cx="5416241" cy="310003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B265C-B6A3-1627-C495-BEEBA52408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5725" y="128351"/>
            <a:ext cx="5555800" cy="6756334"/>
          </a:xfrm>
          <a:custGeom>
            <a:avLst/>
            <a:gdLst>
              <a:gd name="connsiteX0" fmla="*/ 604 w 5555800"/>
              <a:gd name="connsiteY0" fmla="*/ 0 h 6756334"/>
              <a:gd name="connsiteX1" fmla="*/ 1046678 w 5555800"/>
              <a:gd name="connsiteY1" fmla="*/ 31606 h 6756334"/>
              <a:gd name="connsiteX2" fmla="*/ 5546275 w 5555800"/>
              <a:gd name="connsiteY2" fmla="*/ 112263 h 6756334"/>
              <a:gd name="connsiteX3" fmla="*/ 5546275 w 5555800"/>
              <a:gd name="connsiteY3" fmla="*/ 105896 h 6756334"/>
              <a:gd name="connsiteX4" fmla="*/ 5549704 w 5555800"/>
              <a:gd name="connsiteY4" fmla="*/ 105964 h 6756334"/>
              <a:gd name="connsiteX5" fmla="*/ 5555800 w 5555800"/>
              <a:gd name="connsiteY5" fmla="*/ 6740317 h 6756334"/>
              <a:gd name="connsiteX6" fmla="*/ 2858701 w 5555800"/>
              <a:gd name="connsiteY6" fmla="*/ 6753779 h 6756334"/>
              <a:gd name="connsiteX7" fmla="*/ 1201 w 5555800"/>
              <a:gd name="connsiteY7" fmla="*/ 6740952 h 6756334"/>
              <a:gd name="connsiteX8" fmla="*/ 1558 w 5555800"/>
              <a:gd name="connsiteY8" fmla="*/ 93801 h 675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55800" h="6756334">
                <a:moveTo>
                  <a:pt x="604" y="0"/>
                </a:moveTo>
                <a:lnTo>
                  <a:pt x="1046678" y="31606"/>
                </a:lnTo>
                <a:cubicBezTo>
                  <a:pt x="2500206" y="80213"/>
                  <a:pt x="3963580" y="133888"/>
                  <a:pt x="5546275" y="112263"/>
                </a:cubicBezTo>
                <a:lnTo>
                  <a:pt x="5546275" y="105896"/>
                </a:lnTo>
                <a:lnTo>
                  <a:pt x="5549704" y="105964"/>
                </a:lnTo>
                <a:cubicBezTo>
                  <a:pt x="5551736" y="2205232"/>
                  <a:pt x="5553768" y="4641049"/>
                  <a:pt x="5555800" y="6740317"/>
                </a:cubicBezTo>
                <a:cubicBezTo>
                  <a:pt x="5387525" y="6767918"/>
                  <a:pt x="2854510" y="6750816"/>
                  <a:pt x="2858701" y="6753779"/>
                </a:cubicBezTo>
                <a:cubicBezTo>
                  <a:pt x="2836899" y="6742688"/>
                  <a:pt x="714518" y="6753694"/>
                  <a:pt x="1201" y="6740952"/>
                </a:cubicBezTo>
                <a:cubicBezTo>
                  <a:pt x="-4213" y="5559893"/>
                  <a:pt x="10994" y="1208592"/>
                  <a:pt x="1558" y="93801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Press the icon</a:t>
            </a:r>
            <a:br>
              <a:rPr lang="en-US" dirty="0"/>
            </a:br>
            <a:r>
              <a:rPr lang="en-US" dirty="0"/>
              <a:t>to insert image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99274159"/>
      </p:ext>
    </p:extLst>
  </p:cSld>
  <p:clrMapOvr>
    <a:masterClrMapping/>
  </p:clrMapOvr>
  <p:transition spd="slow">
    <p:cover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E2CB540-E6DD-1EA8-B9FE-BE27582D4A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9659" y="92845"/>
            <a:ext cx="12336936" cy="6816741"/>
          </a:xfrm>
          <a:custGeom>
            <a:avLst/>
            <a:gdLst>
              <a:gd name="connsiteX0" fmla="*/ 4835699 w 12336936"/>
              <a:gd name="connsiteY0" fmla="*/ 470 h 6816741"/>
              <a:gd name="connsiteX1" fmla="*/ 12261659 w 12336936"/>
              <a:gd name="connsiteY1" fmla="*/ 147770 h 6816741"/>
              <a:gd name="connsiteX2" fmla="*/ 12261659 w 12336936"/>
              <a:gd name="connsiteY2" fmla="*/ 137667 h 6816741"/>
              <a:gd name="connsiteX3" fmla="*/ 12326915 w 12336936"/>
              <a:gd name="connsiteY3" fmla="*/ 137670 h 6816741"/>
              <a:gd name="connsiteX4" fmla="*/ 12318583 w 12336936"/>
              <a:gd name="connsiteY4" fmla="*/ 6816741 h 6816741"/>
              <a:gd name="connsiteX5" fmla="*/ 87 w 12336936"/>
              <a:gd name="connsiteY5" fmla="*/ 6799445 h 6816741"/>
              <a:gd name="connsiteX6" fmla="*/ 6851 w 12336936"/>
              <a:gd name="connsiteY6" fmla="*/ 226490 h 6816741"/>
              <a:gd name="connsiteX7" fmla="*/ 69659 w 12336936"/>
              <a:gd name="connsiteY7" fmla="*/ 220047 h 6816741"/>
              <a:gd name="connsiteX8" fmla="*/ 69659 w 12336936"/>
              <a:gd name="connsiteY8" fmla="*/ 238386 h 6816741"/>
              <a:gd name="connsiteX9" fmla="*/ 4835699 w 12336936"/>
              <a:gd name="connsiteY9" fmla="*/ 470 h 681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36936" h="6816741">
                <a:moveTo>
                  <a:pt x="4835699" y="470"/>
                </a:moveTo>
                <a:cubicBezTo>
                  <a:pt x="7317455" y="10687"/>
                  <a:pt x="9623835" y="183811"/>
                  <a:pt x="12261659" y="147770"/>
                </a:cubicBezTo>
                <a:lnTo>
                  <a:pt x="12261659" y="137667"/>
                </a:lnTo>
                <a:lnTo>
                  <a:pt x="12326915" y="137670"/>
                </a:lnTo>
                <a:cubicBezTo>
                  <a:pt x="12348072" y="2597159"/>
                  <a:pt x="12331055" y="4623229"/>
                  <a:pt x="12318583" y="6816741"/>
                </a:cubicBezTo>
                <a:lnTo>
                  <a:pt x="87" y="6799445"/>
                </a:lnTo>
                <a:cubicBezTo>
                  <a:pt x="-971" y="4728742"/>
                  <a:pt x="7909" y="2297193"/>
                  <a:pt x="6851" y="226490"/>
                </a:cubicBezTo>
                <a:lnTo>
                  <a:pt x="69659" y="220047"/>
                </a:lnTo>
                <a:lnTo>
                  <a:pt x="69659" y="238386"/>
                </a:lnTo>
                <a:cubicBezTo>
                  <a:pt x="1794456" y="46856"/>
                  <a:pt x="3346645" y="-5660"/>
                  <a:pt x="4835699" y="47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  <a:effectLst/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br>
              <a:rPr lang="nb-NO" dirty="0"/>
            </a:br>
            <a:r>
              <a:rPr lang="nb-NO" dirty="0"/>
              <a:t>              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B4EA86-E703-DC40-81E1-563572BAE5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7736" y="1623379"/>
            <a:ext cx="10296525" cy="8763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4B741-2AD2-8F4D-996C-F33E5B10A7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276" y="3872435"/>
            <a:ext cx="8593137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images </a:t>
            </a:r>
            <a:r>
              <a:rPr lang="nb-NO" dirty="0" err="1"/>
              <a:t>influences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. Place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contrast is best.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29926"/>
      </p:ext>
    </p:extLst>
  </p:cSld>
  <p:clrMapOvr>
    <a:masterClrMapping/>
  </p:clrMapOvr>
  <p:transition spd="slow">
    <p:cover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fullskj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1">
            <a:extLst>
              <a:ext uri="{FF2B5EF4-FFF2-40B4-BE49-F238E27FC236}">
                <a16:creationId xmlns:a16="http://schemas.microsoft.com/office/drawing/2014/main" id="{A956E53B-E04F-C1BE-4145-F80F09C0B7C0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-3173" y="93887"/>
            <a:ext cx="12209642" cy="6771938"/>
          </a:xfrm>
          <a:custGeom>
            <a:avLst/>
            <a:gdLst>
              <a:gd name="connsiteX0" fmla="*/ 4573199 w 12209642"/>
              <a:gd name="connsiteY0" fmla="*/ 0 h 6771938"/>
              <a:gd name="connsiteX1" fmla="*/ 5835536 w 12209642"/>
              <a:gd name="connsiteY1" fmla="*/ 13751 h 6771938"/>
              <a:gd name="connsiteX2" fmla="*/ 5916037 w 12209642"/>
              <a:gd name="connsiteY2" fmla="*/ 15413 h 6771938"/>
              <a:gd name="connsiteX3" fmla="*/ 6663572 w 12209642"/>
              <a:gd name="connsiteY3" fmla="*/ 34889 h 6771938"/>
              <a:gd name="connsiteX4" fmla="*/ 7695576 w 12209642"/>
              <a:gd name="connsiteY4" fmla="*/ 66070 h 6771938"/>
              <a:gd name="connsiteX5" fmla="*/ 12195173 w 12209642"/>
              <a:gd name="connsiteY5" fmla="*/ 146727 h 6771938"/>
              <a:gd name="connsiteX6" fmla="*/ 12195173 w 12209642"/>
              <a:gd name="connsiteY6" fmla="*/ 146152 h 6771938"/>
              <a:gd name="connsiteX7" fmla="*/ 12200794 w 12209642"/>
              <a:gd name="connsiteY7" fmla="*/ 146152 h 6771938"/>
              <a:gd name="connsiteX8" fmla="*/ 12187652 w 12209642"/>
              <a:gd name="connsiteY8" fmla="*/ 6771938 h 6771938"/>
              <a:gd name="connsiteX9" fmla="*/ 3175 w 12209642"/>
              <a:gd name="connsiteY9" fmla="*/ 6770931 h 6771938"/>
              <a:gd name="connsiteX10" fmla="*/ 0 w 12209642"/>
              <a:gd name="connsiteY10" fmla="*/ 234972 h 6771938"/>
              <a:gd name="connsiteX11" fmla="*/ 3173 w 12209642"/>
              <a:gd name="connsiteY11" fmla="*/ 234645 h 6771938"/>
              <a:gd name="connsiteX12" fmla="*/ 3173 w 12209642"/>
              <a:gd name="connsiteY12" fmla="*/ 237343 h 6771938"/>
              <a:gd name="connsiteX13" fmla="*/ 851695 w 12209642"/>
              <a:gd name="connsiteY13" fmla="*/ 152790 h 6771938"/>
              <a:gd name="connsiteX14" fmla="*/ 1373141 w 12209642"/>
              <a:gd name="connsiteY14" fmla="*/ 112474 h 6771938"/>
              <a:gd name="connsiteX15" fmla="*/ 1744648 w 12209642"/>
              <a:gd name="connsiteY15" fmla="*/ 87156 h 6771938"/>
              <a:gd name="connsiteX16" fmla="*/ 3122726 w 12209642"/>
              <a:gd name="connsiteY16" fmla="*/ 21270 h 6771938"/>
              <a:gd name="connsiteX17" fmla="*/ 3334026 w 12209642"/>
              <a:gd name="connsiteY17" fmla="*/ 14354 h 6771938"/>
              <a:gd name="connsiteX18" fmla="*/ 4018918 w 12209642"/>
              <a:gd name="connsiteY18" fmla="*/ 1621 h 677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09642" h="6771938">
                <a:moveTo>
                  <a:pt x="4573199" y="0"/>
                </a:moveTo>
                <a:lnTo>
                  <a:pt x="5835536" y="13751"/>
                </a:lnTo>
                <a:lnTo>
                  <a:pt x="5916037" y="15413"/>
                </a:lnTo>
                <a:lnTo>
                  <a:pt x="6663572" y="34889"/>
                </a:lnTo>
                <a:lnTo>
                  <a:pt x="7695576" y="66070"/>
                </a:lnTo>
                <a:cubicBezTo>
                  <a:pt x="9149104" y="114677"/>
                  <a:pt x="10612478" y="168352"/>
                  <a:pt x="12195173" y="146727"/>
                </a:cubicBezTo>
                <a:lnTo>
                  <a:pt x="12195173" y="146152"/>
                </a:lnTo>
                <a:lnTo>
                  <a:pt x="12200794" y="146152"/>
                </a:lnTo>
                <a:cubicBezTo>
                  <a:pt x="12221951" y="2605641"/>
                  <a:pt x="12200124" y="4578426"/>
                  <a:pt x="12187652" y="6771938"/>
                </a:cubicBezTo>
                <a:lnTo>
                  <a:pt x="3175" y="6770931"/>
                </a:lnTo>
                <a:cubicBezTo>
                  <a:pt x="2117" y="4700228"/>
                  <a:pt x="1058" y="2305675"/>
                  <a:pt x="0" y="234972"/>
                </a:cubicBezTo>
                <a:lnTo>
                  <a:pt x="3173" y="234645"/>
                </a:lnTo>
                <a:lnTo>
                  <a:pt x="3173" y="237343"/>
                </a:lnTo>
                <a:cubicBezTo>
                  <a:pt x="290639" y="205421"/>
                  <a:pt x="573311" y="177361"/>
                  <a:pt x="851695" y="152790"/>
                </a:cubicBezTo>
                <a:lnTo>
                  <a:pt x="1373141" y="112474"/>
                </a:lnTo>
                <a:lnTo>
                  <a:pt x="1744648" y="87156"/>
                </a:lnTo>
                <a:cubicBezTo>
                  <a:pt x="2231619" y="57252"/>
                  <a:pt x="2704419" y="35906"/>
                  <a:pt x="3122726" y="21270"/>
                </a:cubicBezTo>
                <a:lnTo>
                  <a:pt x="3334026" y="14354"/>
                </a:lnTo>
                <a:lnTo>
                  <a:pt x="4018918" y="162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</a:t>
            </a:r>
          </a:p>
          <a:p>
            <a:endParaRPr lang="nb-NO" dirty="0"/>
          </a:p>
          <a:p>
            <a:r>
              <a:rPr lang="nb-NO" dirty="0"/>
              <a:t>			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r>
              <a:rPr lang="nb-NO" dirty="0"/>
              <a:t> to </a:t>
            </a:r>
            <a:r>
              <a:rPr lang="nb-NO" dirty="0" err="1"/>
              <a:t>insert</a:t>
            </a:r>
            <a:r>
              <a:rPr lang="nb-NO" dirty="0"/>
              <a:t> video</a:t>
            </a:r>
          </a:p>
        </p:txBody>
      </p:sp>
    </p:spTree>
    <p:extLst>
      <p:ext uri="{BB962C8B-B14F-4D97-AF65-F5344CB8AC3E}">
        <p14:creationId xmlns:p14="http://schemas.microsoft.com/office/powerpoint/2010/main" val="2026994986"/>
      </p:ext>
    </p:extLst>
  </p:cSld>
  <p:clrMapOvr>
    <a:masterClrMapping/>
  </p:clrMapOvr>
  <p:transition spd="slow">
    <p:cover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rå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B75A9EE-34F2-C04E-A6AA-1C79900F16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1906676"/>
            <a:ext cx="5563625" cy="8763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413EE75-C434-F048-A403-D8E34533E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7738" y="2796859"/>
            <a:ext cx="5563625" cy="26514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The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limited</a:t>
            </a:r>
            <a:r>
              <a:rPr lang="nb-NO" dirty="0"/>
              <a:t>.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notes </a:t>
            </a:r>
            <a:r>
              <a:rPr lang="nb-NO" dirty="0" err="1"/>
              <a:t>field</a:t>
            </a:r>
            <a:r>
              <a:rPr lang="nb-NO" dirty="0"/>
              <a:t> </a:t>
            </a:r>
            <a:r>
              <a:rPr lang="nb-NO" dirty="0" err="1"/>
              <a:t>actively</a:t>
            </a:r>
            <a:r>
              <a:rPr lang="nb-NO" dirty="0"/>
              <a:t>. </a:t>
            </a:r>
            <a:r>
              <a:rPr lang="nb-NO" dirty="0" err="1"/>
              <a:t>Remember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recipient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listening</a:t>
            </a:r>
            <a:r>
              <a:rPr lang="nb-NO" dirty="0"/>
              <a:t> </a:t>
            </a:r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.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readability</a:t>
            </a:r>
            <a:r>
              <a:rPr lang="nb-NO" dirty="0"/>
              <a:t>, </a:t>
            </a:r>
            <a:r>
              <a:rPr lang="nb-NO" dirty="0" err="1"/>
              <a:t>preferably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smaller</a:t>
            </a:r>
            <a:r>
              <a:rPr lang="nb-NO" dirty="0"/>
              <a:t> font </a:t>
            </a:r>
            <a:r>
              <a:rPr lang="nb-NO" dirty="0" err="1"/>
              <a:t>size</a:t>
            </a:r>
            <a:r>
              <a:rPr lang="nb-NO" dirty="0"/>
              <a:t> </a:t>
            </a:r>
            <a:r>
              <a:rPr lang="nb-NO" dirty="0" err="1"/>
              <a:t>than</a:t>
            </a:r>
            <a:r>
              <a:rPr lang="nb-NO" dirty="0"/>
              <a:t> 20. </a:t>
            </a:r>
            <a:r>
              <a:rPr lang="nb-NO" dirty="0" err="1"/>
              <a:t>Remember</a:t>
            </a:r>
            <a:r>
              <a:rPr lang="nb-NO" dirty="0"/>
              <a:t> alternative </a:t>
            </a:r>
            <a:r>
              <a:rPr lang="nb-NO" dirty="0" err="1"/>
              <a:t>text</a:t>
            </a:r>
            <a:r>
              <a:rPr lang="nb-NO" dirty="0"/>
              <a:t> and </a:t>
            </a:r>
            <a:r>
              <a:rPr lang="nb-NO" dirty="0" err="1"/>
              <a:t>photo</a:t>
            </a:r>
            <a:r>
              <a:rPr lang="nb-NO" dirty="0"/>
              <a:t> </a:t>
            </a:r>
            <a:r>
              <a:rPr lang="nb-NO" dirty="0" err="1"/>
              <a:t>credits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photos</a:t>
            </a:r>
            <a:r>
              <a:rPr lang="nb-NO" dirty="0"/>
              <a:t>.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518FC7-80E2-A8D6-8EA9-E3D6420A17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8662" y="205952"/>
            <a:ext cx="4266635" cy="6675032"/>
          </a:xfrm>
          <a:custGeom>
            <a:avLst/>
            <a:gdLst>
              <a:gd name="connsiteX0" fmla="*/ 1713702 w 4266635"/>
              <a:gd name="connsiteY0" fmla="*/ 0 h 6675032"/>
              <a:gd name="connsiteX1" fmla="*/ 1754606 w 4266635"/>
              <a:gd name="connsiteY1" fmla="*/ 1325 h 6675032"/>
              <a:gd name="connsiteX2" fmla="*/ 4011427 w 4266635"/>
              <a:gd name="connsiteY2" fmla="*/ 39571 h 6675032"/>
              <a:gd name="connsiteX3" fmla="*/ 4256367 w 4266635"/>
              <a:gd name="connsiteY3" fmla="*/ 38034 h 6675032"/>
              <a:gd name="connsiteX4" fmla="*/ 4266635 w 4266635"/>
              <a:gd name="connsiteY4" fmla="*/ 41110 h 6675032"/>
              <a:gd name="connsiteX5" fmla="*/ 4047047 w 4266635"/>
              <a:gd name="connsiteY5" fmla="*/ 917664 h 6675032"/>
              <a:gd name="connsiteX6" fmla="*/ 3738390 w 4266635"/>
              <a:gd name="connsiteY6" fmla="*/ 2138913 h 6675032"/>
              <a:gd name="connsiteX7" fmla="*/ 3735064 w 4266635"/>
              <a:gd name="connsiteY7" fmla="*/ 2138913 h 6675032"/>
              <a:gd name="connsiteX8" fmla="*/ 3180579 w 4266635"/>
              <a:gd name="connsiteY8" fmla="*/ 4350099 h 6675032"/>
              <a:gd name="connsiteX9" fmla="*/ 3181497 w 4266635"/>
              <a:gd name="connsiteY9" fmla="*/ 4350099 h 6675032"/>
              <a:gd name="connsiteX10" fmla="*/ 2610068 w 4266635"/>
              <a:gd name="connsiteY10" fmla="*/ 6660321 h 6675032"/>
              <a:gd name="connsiteX11" fmla="*/ 0 w 4266635"/>
              <a:gd name="connsiteY11" fmla="*/ 6663496 h 6675032"/>
              <a:gd name="connsiteX12" fmla="*/ 600732 w 4266635"/>
              <a:gd name="connsiteY12" fmla="*/ 4350099 h 6675032"/>
              <a:gd name="connsiteX13" fmla="*/ 599086 w 4266635"/>
              <a:gd name="connsiteY13" fmla="*/ 4350099 h 6675032"/>
              <a:gd name="connsiteX14" fmla="*/ 1155368 w 4266635"/>
              <a:gd name="connsiteY14" fmla="*/ 2134650 h 6675032"/>
              <a:gd name="connsiteX15" fmla="*/ 1157991 w 4266635"/>
              <a:gd name="connsiteY15" fmla="*/ 2134650 h 6675032"/>
              <a:gd name="connsiteX16" fmla="*/ 1295471 w 4266635"/>
              <a:gd name="connsiteY16" fmla="*/ 1598862 h 6675032"/>
              <a:gd name="connsiteX17" fmla="*/ 1710004 w 4266635"/>
              <a:gd name="connsiteY17" fmla="*/ 141 h 667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266635" h="6675032">
                <a:moveTo>
                  <a:pt x="1713702" y="0"/>
                </a:moveTo>
                <a:lnTo>
                  <a:pt x="1754606" y="1325"/>
                </a:lnTo>
                <a:cubicBezTo>
                  <a:pt x="2490734" y="22852"/>
                  <a:pt x="3238446" y="38950"/>
                  <a:pt x="4011427" y="39571"/>
                </a:cubicBezTo>
                <a:lnTo>
                  <a:pt x="4256367" y="38034"/>
                </a:lnTo>
                <a:lnTo>
                  <a:pt x="4266635" y="41110"/>
                </a:lnTo>
                <a:lnTo>
                  <a:pt x="4047047" y="917664"/>
                </a:lnTo>
                <a:lnTo>
                  <a:pt x="3738390" y="2138913"/>
                </a:lnTo>
                <a:lnTo>
                  <a:pt x="3735064" y="2138913"/>
                </a:lnTo>
                <a:lnTo>
                  <a:pt x="3180579" y="4350099"/>
                </a:lnTo>
                <a:lnTo>
                  <a:pt x="3181497" y="4350099"/>
                </a:lnTo>
                <a:cubicBezTo>
                  <a:pt x="3003721" y="5065140"/>
                  <a:pt x="2787844" y="5945280"/>
                  <a:pt x="2610068" y="6660321"/>
                </a:cubicBezTo>
                <a:cubicBezTo>
                  <a:pt x="1682895" y="6682546"/>
                  <a:pt x="1060523" y="6676196"/>
                  <a:pt x="0" y="6663496"/>
                </a:cubicBezTo>
                <a:lnTo>
                  <a:pt x="600732" y="4350099"/>
                </a:lnTo>
                <a:lnTo>
                  <a:pt x="599086" y="4350099"/>
                </a:lnTo>
                <a:lnTo>
                  <a:pt x="1155368" y="2134650"/>
                </a:lnTo>
                <a:lnTo>
                  <a:pt x="1157991" y="2134650"/>
                </a:lnTo>
                <a:lnTo>
                  <a:pt x="1295471" y="1598862"/>
                </a:lnTo>
                <a:cubicBezTo>
                  <a:pt x="1433649" y="1065955"/>
                  <a:pt x="1570934" y="549122"/>
                  <a:pt x="1710004" y="141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nb-NO" dirty="0"/>
              <a:t>		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		Press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icon</a:t>
            </a:r>
            <a:br>
              <a:rPr lang="nb-NO" dirty="0"/>
            </a:br>
            <a:r>
              <a:rPr lang="nb-NO" dirty="0"/>
              <a:t>		to </a:t>
            </a:r>
            <a:r>
              <a:rPr lang="nb-NO" dirty="0" err="1"/>
              <a:t>insert</a:t>
            </a:r>
            <a:r>
              <a:rPr lang="nb-NO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2619187887"/>
      </p:ext>
    </p:extLst>
  </p:cSld>
  <p:clrMapOvr>
    <a:masterClrMapping/>
  </p:clrMapOvr>
  <p:transition spd="slow">
    <p:cover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k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8D720E-9728-9048-900E-3A6CB272C027}"/>
              </a:ext>
            </a:extLst>
          </p:cNvPr>
          <p:cNvSpPr/>
          <p:nvPr userDrawn="1"/>
        </p:nvSpPr>
        <p:spPr>
          <a:xfrm>
            <a:off x="9358411" y="0"/>
            <a:ext cx="2833589" cy="68935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b-NO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6F71E2-D40A-B346-8644-1450E9BD33C2}"/>
              </a:ext>
            </a:extLst>
          </p:cNvPr>
          <p:cNvSpPr/>
          <p:nvPr userDrawn="1"/>
        </p:nvSpPr>
        <p:spPr>
          <a:xfrm>
            <a:off x="-5787" y="-11575"/>
            <a:ext cx="11145170" cy="6908972"/>
          </a:xfrm>
          <a:custGeom>
            <a:avLst/>
            <a:gdLst>
              <a:gd name="connsiteX0" fmla="*/ 0 w 12192000"/>
              <a:gd name="connsiteY0" fmla="*/ 0 h 6893538"/>
              <a:gd name="connsiteX1" fmla="*/ 12192000 w 12192000"/>
              <a:gd name="connsiteY1" fmla="*/ 0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2192000"/>
              <a:gd name="connsiteY0" fmla="*/ 0 h 6893538"/>
              <a:gd name="connsiteX1" fmla="*/ 11145170 w 12192000"/>
              <a:gd name="connsiteY1" fmla="*/ 6306 h 6893538"/>
              <a:gd name="connsiteX2" fmla="*/ 12192000 w 12192000"/>
              <a:gd name="connsiteY2" fmla="*/ 6893538 h 6893538"/>
              <a:gd name="connsiteX3" fmla="*/ 0 w 12192000"/>
              <a:gd name="connsiteY3" fmla="*/ 6893538 h 6893538"/>
              <a:gd name="connsiteX4" fmla="*/ 0 w 12192000"/>
              <a:gd name="connsiteY4" fmla="*/ 0 h 6893538"/>
              <a:gd name="connsiteX0" fmla="*/ 0 w 11145170"/>
              <a:gd name="connsiteY0" fmla="*/ 0 h 6893538"/>
              <a:gd name="connsiteX1" fmla="*/ 11145170 w 11145170"/>
              <a:gd name="connsiteY1" fmla="*/ 6306 h 6893538"/>
              <a:gd name="connsiteX2" fmla="*/ 9398350 w 11145170"/>
              <a:gd name="connsiteY2" fmla="*/ 6893538 h 6893538"/>
              <a:gd name="connsiteX3" fmla="*/ 0 w 11145170"/>
              <a:gd name="connsiteY3" fmla="*/ 6893538 h 6893538"/>
              <a:gd name="connsiteX4" fmla="*/ 0 w 11145170"/>
              <a:gd name="connsiteY4" fmla="*/ 0 h 689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45170" h="6893538">
                <a:moveTo>
                  <a:pt x="0" y="0"/>
                </a:moveTo>
                <a:lnTo>
                  <a:pt x="11145170" y="6306"/>
                </a:lnTo>
                <a:lnTo>
                  <a:pt x="9398350" y="6893538"/>
                </a:lnTo>
                <a:lnTo>
                  <a:pt x="0" y="68935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59000">
                <a:schemeClr val="tx2"/>
              </a:gs>
              <a:gs pos="99000">
                <a:schemeClr val="tx2">
                  <a:lumMod val="8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88A1F-4814-FE4E-AF70-22B66EFE7F43}"/>
              </a:ext>
            </a:extLst>
          </p:cNvPr>
          <p:cNvCxnSpPr>
            <a:cxnSpLocks/>
          </p:cNvCxnSpPr>
          <p:nvPr userDrawn="1"/>
        </p:nvCxnSpPr>
        <p:spPr>
          <a:xfrm>
            <a:off x="955119" y="3662651"/>
            <a:ext cx="615041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C0CE6A-8767-8A41-8C5A-DE6C38FD5F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4003392"/>
            <a:ext cx="4339542" cy="94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 err="1"/>
              <a:t>Closing</a:t>
            </a:r>
            <a:r>
              <a:rPr lang="nb-NO" dirty="0"/>
              <a:t> </a:t>
            </a:r>
            <a:r>
              <a:rPr lang="nb-NO" dirty="0" err="1"/>
              <a:t>text</a:t>
            </a:r>
            <a:r>
              <a:rPr lang="nb-NO" dirty="0"/>
              <a:t> or </a:t>
            </a:r>
            <a:r>
              <a:rPr lang="nb-NO" dirty="0" err="1"/>
              <a:t>perhaps</a:t>
            </a:r>
            <a:r>
              <a:rPr lang="nb-NO" dirty="0"/>
              <a:t> </a:t>
            </a:r>
            <a:r>
              <a:rPr lang="nb-NO" dirty="0" err="1"/>
              <a:t>contact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.</a:t>
            </a:r>
          </a:p>
        </p:txBody>
      </p:sp>
      <p:pic>
        <p:nvPicPr>
          <p:cNvPr id="5" name="Picture 8" descr="The main buildings in the three cities NTNU is located in. Trondheim, Gjøvik and Ålesund.">
            <a:extLst>
              <a:ext uri="{FF2B5EF4-FFF2-40B4-BE49-F238E27FC236}">
                <a16:creationId xmlns:a16="http://schemas.microsoft.com/office/drawing/2014/main" id="{E79D1F98-29B5-F4CA-176C-08B6AFFB5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saturation sat="130000"/>
                    </a14:imgEffect>
                    <a14:imgEffect>
                      <a14:brightnessContrast bright="-1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25600" y="-11575"/>
            <a:ext cx="4373138" cy="6919267"/>
          </a:xfrm>
          <a:prstGeom prst="rect">
            <a:avLst/>
          </a:prstGeom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6AF2A64A-33D4-A1A0-4083-444C652D4AD1}"/>
              </a:ext>
            </a:extLst>
          </p:cNvPr>
          <p:cNvCxnSpPr>
            <a:cxnSpLocks/>
          </p:cNvCxnSpPr>
          <p:nvPr userDrawn="1"/>
        </p:nvCxnSpPr>
        <p:spPr>
          <a:xfrm flipH="1">
            <a:off x="6823650" y="-82550"/>
            <a:ext cx="1780993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D0F76CC8-C0BB-33AE-5280-CF28FECD19D2}"/>
              </a:ext>
            </a:extLst>
          </p:cNvPr>
          <p:cNvCxnSpPr>
            <a:cxnSpLocks/>
          </p:cNvCxnSpPr>
          <p:nvPr userDrawn="1"/>
        </p:nvCxnSpPr>
        <p:spPr>
          <a:xfrm flipH="1">
            <a:off x="9401175" y="-55513"/>
            <a:ext cx="1775740" cy="6999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kstSylinder 7">
            <a:extLst>
              <a:ext uri="{FF2B5EF4-FFF2-40B4-BE49-F238E27FC236}">
                <a16:creationId xmlns:a16="http://schemas.microsoft.com/office/drawing/2014/main" id="{B69A97FE-E226-3208-6410-E22F4052A2B5}"/>
              </a:ext>
            </a:extLst>
          </p:cNvPr>
          <p:cNvSpPr txBox="1"/>
          <p:nvPr userDrawn="1"/>
        </p:nvSpPr>
        <p:spPr>
          <a:xfrm>
            <a:off x="487013" y="6253788"/>
            <a:ext cx="597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 – first slide and this slide: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Gløshaugen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b="0" i="0" u="none" strike="noStrike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Mentz </a:t>
            </a:r>
            <a:r>
              <a:rPr lang="en-GB" sz="1200" b="0" i="0" u="none" strike="noStrike" dirty="0" err="1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Indergaard</a:t>
            </a:r>
            <a:r>
              <a:rPr lang="en-GB" sz="1200" b="0" i="0" u="none" strike="noStrike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/NTNU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Gjøvik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Espen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Taftø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Vestad/NTNU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|   </a:t>
            </a:r>
            <a:r>
              <a:rPr lang="en-GB" sz="1200" dirty="0" err="1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Ålesund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Photo: 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Sissel Basso/NTNU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0832DDB-4698-66A0-808C-6F000FA6BE3A}"/>
              </a:ext>
            </a:extLst>
          </p:cNvPr>
          <p:cNvSpPr txBox="1"/>
          <p:nvPr userDrawn="1"/>
        </p:nvSpPr>
        <p:spPr>
          <a:xfrm>
            <a:off x="2907838" y="1564296"/>
            <a:ext cx="546686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 m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nb-NO" sz="44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informa</a:t>
            </a:r>
            <a:r>
              <a:rPr lang="nb-NO" sz="4400" b="1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tion</a:t>
            </a:r>
            <a:r>
              <a:rPr lang="en-NO" sz="4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NO" sz="5400" b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NO" sz="280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www.ntnu.</a:t>
            </a:r>
            <a:r>
              <a:rPr lang="nb-NO" sz="280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edu</a:t>
            </a:r>
            <a:endParaRPr lang="en-NO" sz="280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Bilde 9" descr="QR code leading to www.ntnu.edu">
            <a:extLst>
              <a:ext uri="{FF2B5EF4-FFF2-40B4-BE49-F238E27FC236}">
                <a16:creationId xmlns:a16="http://schemas.microsoft.com/office/drawing/2014/main" id="{277E1B57-633E-9A6C-4669-C1BAB8A731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4877" y="1611810"/>
            <a:ext cx="1813019" cy="18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8695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E28842A-71EB-7348-B20C-4E2C6F14E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519"/>
            <a:ext cx="12192000" cy="337749"/>
          </a:xfrm>
          <a:custGeom>
            <a:avLst/>
            <a:gdLst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7749">
                <a:moveTo>
                  <a:pt x="0" y="0"/>
                </a:moveTo>
                <a:lnTo>
                  <a:pt x="12192000" y="0"/>
                </a:lnTo>
                <a:lnTo>
                  <a:pt x="12192000" y="247133"/>
                </a:lnTo>
                <a:cubicBezTo>
                  <a:pt x="7971481" y="304798"/>
                  <a:pt x="4599459" y="-172998"/>
                  <a:pt x="0" y="3377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innerShdw blurRad="63500" dist="50800" dir="5400000">
              <a:prstClr val="black">
                <a:alpha val="1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accent3"/>
              </a:solidFill>
            </a:endParaRPr>
          </a:p>
        </p:txBody>
      </p:sp>
      <p:pic>
        <p:nvPicPr>
          <p:cNvPr id="8" name="Picture 7" descr="NTNU logo">
            <a:extLst>
              <a:ext uri="{FF2B5EF4-FFF2-40B4-BE49-F238E27FC236}">
                <a16:creationId xmlns:a16="http://schemas.microsoft.com/office/drawing/2014/main" id="{0B4324C8-2CD5-A04C-BEEC-EB40A21E85A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649432" y="101007"/>
            <a:ext cx="1051935" cy="10226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</p:pic>
      <p:sp>
        <p:nvSpPr>
          <p:cNvPr id="2" name="TextBox 3" descr="Sidenummer">
            <a:extLst>
              <a:ext uri="{FF2B5EF4-FFF2-40B4-BE49-F238E27FC236}">
                <a16:creationId xmlns:a16="http://schemas.microsoft.com/office/drawing/2014/main" id="{3ECBF563-9A5F-5F72-6A5E-5B4A96EE1C63}"/>
              </a:ext>
            </a:extLst>
          </p:cNvPr>
          <p:cNvSpPr txBox="1"/>
          <p:nvPr userDrawn="1"/>
        </p:nvSpPr>
        <p:spPr>
          <a:xfrm>
            <a:off x="11220715" y="6224540"/>
            <a:ext cx="594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24FCAE7-F3FB-8A47-8F25-E38F3A8BCB3B}" type="slidenum">
              <a:rPr lang="en-NO" sz="1400" smtClean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endParaRPr lang="en-NO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60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27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</p:sldLayoutIdLst>
  <p:transition spd="slow">
    <p:cover/>
  </p:transition>
  <p:hf hdr="0" ft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Arial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Arial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Arial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083">
          <p15:clr>
            <a:srgbClr val="F26B43"/>
          </p15:clr>
        </p15:guide>
        <p15:guide id="3" pos="597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55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E28842A-71EB-7348-B20C-4E2C6F14E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519"/>
            <a:ext cx="12192000" cy="337749"/>
          </a:xfrm>
          <a:custGeom>
            <a:avLst/>
            <a:gdLst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7749">
                <a:moveTo>
                  <a:pt x="0" y="0"/>
                </a:moveTo>
                <a:lnTo>
                  <a:pt x="12192000" y="0"/>
                </a:lnTo>
                <a:lnTo>
                  <a:pt x="12192000" y="247133"/>
                </a:lnTo>
                <a:cubicBezTo>
                  <a:pt x="7971481" y="304798"/>
                  <a:pt x="4599459" y="-172998"/>
                  <a:pt x="0" y="3377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innerShdw blurRad="63500" dist="50800" dir="5400000">
              <a:prstClr val="black">
                <a:alpha val="1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accent3"/>
              </a:solidFill>
            </a:endParaRPr>
          </a:p>
        </p:txBody>
      </p:sp>
      <p:pic>
        <p:nvPicPr>
          <p:cNvPr id="8" name="Picture 7" descr="NTNU logo">
            <a:extLst>
              <a:ext uri="{FF2B5EF4-FFF2-40B4-BE49-F238E27FC236}">
                <a16:creationId xmlns:a16="http://schemas.microsoft.com/office/drawing/2014/main" id="{0B4324C8-2CD5-A04C-BEEC-EB40A21E85A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10649432" y="101099"/>
            <a:ext cx="1051935" cy="10224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</p:pic>
      <p:sp>
        <p:nvSpPr>
          <p:cNvPr id="3" name="TextBox 3" descr="Sidenummer">
            <a:extLst>
              <a:ext uri="{FF2B5EF4-FFF2-40B4-BE49-F238E27FC236}">
                <a16:creationId xmlns:a16="http://schemas.microsoft.com/office/drawing/2014/main" id="{C1C13848-E00F-8AD5-0A16-1A4556D16F05}"/>
              </a:ext>
            </a:extLst>
          </p:cNvPr>
          <p:cNvSpPr txBox="1"/>
          <p:nvPr userDrawn="1"/>
        </p:nvSpPr>
        <p:spPr>
          <a:xfrm>
            <a:off x="11220715" y="6224540"/>
            <a:ext cx="594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24FCAE7-F3FB-8A47-8F25-E38F3A8BCB3B}" type="slidenum">
              <a:rPr lang="en-NO" sz="140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endParaRPr lang="en-NO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19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28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</p:sldLayoutIdLst>
  <p:transition spd="slow">
    <p:cover/>
  </p:transition>
  <p:hf hdr="0" ft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Arial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Arial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Arial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083">
          <p15:clr>
            <a:srgbClr val="F26B43"/>
          </p15:clr>
        </p15:guide>
        <p15:guide id="3" pos="597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55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E28842A-71EB-7348-B20C-4E2C6F14E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519"/>
            <a:ext cx="12192000" cy="337749"/>
          </a:xfrm>
          <a:custGeom>
            <a:avLst/>
            <a:gdLst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7749">
                <a:moveTo>
                  <a:pt x="0" y="0"/>
                </a:moveTo>
                <a:lnTo>
                  <a:pt x="12192000" y="0"/>
                </a:lnTo>
                <a:lnTo>
                  <a:pt x="12192000" y="247133"/>
                </a:lnTo>
                <a:cubicBezTo>
                  <a:pt x="7971481" y="304798"/>
                  <a:pt x="4599459" y="-172998"/>
                  <a:pt x="0" y="3377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innerShdw blurRad="63500" dist="50800" dir="5400000">
              <a:prstClr val="black">
                <a:alpha val="1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accent3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9ABD9E8-43B4-EF43-A770-91272F2CC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6520251"/>
            <a:ext cx="12192000" cy="337749"/>
          </a:xfrm>
          <a:custGeom>
            <a:avLst/>
            <a:gdLst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7749">
                <a:moveTo>
                  <a:pt x="0" y="0"/>
                </a:moveTo>
                <a:lnTo>
                  <a:pt x="12192000" y="0"/>
                </a:lnTo>
                <a:lnTo>
                  <a:pt x="12192000" y="247133"/>
                </a:lnTo>
                <a:cubicBezTo>
                  <a:pt x="7971481" y="304798"/>
                  <a:pt x="4599459" y="-172998"/>
                  <a:pt x="0" y="3377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innerShdw blurRad="63500" dist="50800" dir="5400000">
              <a:prstClr val="black">
                <a:alpha val="1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accent3"/>
              </a:solidFill>
            </a:endParaRPr>
          </a:p>
        </p:txBody>
      </p:sp>
      <p:pic>
        <p:nvPicPr>
          <p:cNvPr id="8" name="Picture 7" descr="NTNU logo">
            <a:extLst>
              <a:ext uri="{FF2B5EF4-FFF2-40B4-BE49-F238E27FC236}">
                <a16:creationId xmlns:a16="http://schemas.microsoft.com/office/drawing/2014/main" id="{0B4324C8-2CD5-A04C-BEEC-EB40A21E85A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649432" y="101007"/>
            <a:ext cx="1051935" cy="10226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</p:pic>
      <p:sp>
        <p:nvSpPr>
          <p:cNvPr id="2" name="TextBox 3" descr="Sidenummer">
            <a:extLst>
              <a:ext uri="{FF2B5EF4-FFF2-40B4-BE49-F238E27FC236}">
                <a16:creationId xmlns:a16="http://schemas.microsoft.com/office/drawing/2014/main" id="{2AE82D62-F11E-0CE1-8235-5C2A5514D853}"/>
              </a:ext>
            </a:extLst>
          </p:cNvPr>
          <p:cNvSpPr txBox="1"/>
          <p:nvPr userDrawn="1"/>
        </p:nvSpPr>
        <p:spPr>
          <a:xfrm>
            <a:off x="11220715" y="6224540"/>
            <a:ext cx="594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24FCAE7-F3FB-8A47-8F25-E38F3A8BCB3B}" type="slidenum">
              <a:rPr lang="en-NO" sz="1400" smtClean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endParaRPr lang="en-NO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68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6" r:id="rId8"/>
  </p:sldLayoutIdLst>
  <p:transition spd="slow">
    <p:cover/>
  </p:transition>
  <p:hf hdr="0" ft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Arial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Arial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Arial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083">
          <p15:clr>
            <a:srgbClr val="F26B43"/>
          </p15:clr>
        </p15:guide>
        <p15:guide id="3" pos="597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55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E28842A-71EB-7348-B20C-4E2C6F14E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519"/>
            <a:ext cx="12192000" cy="337749"/>
          </a:xfrm>
          <a:custGeom>
            <a:avLst/>
            <a:gdLst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7749">
                <a:moveTo>
                  <a:pt x="0" y="0"/>
                </a:moveTo>
                <a:lnTo>
                  <a:pt x="12192000" y="0"/>
                </a:lnTo>
                <a:lnTo>
                  <a:pt x="12192000" y="247133"/>
                </a:lnTo>
                <a:cubicBezTo>
                  <a:pt x="7971481" y="304798"/>
                  <a:pt x="4599459" y="-172998"/>
                  <a:pt x="0" y="3377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innerShdw blurRad="63500" dist="50800" dir="5400000">
              <a:prstClr val="black">
                <a:alpha val="1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accent3"/>
              </a:solidFill>
            </a:endParaRPr>
          </a:p>
        </p:txBody>
      </p:sp>
      <p:sp>
        <p:nvSpPr>
          <p:cNvPr id="2" name="TextBox 3" descr="Sidenummer">
            <a:extLst>
              <a:ext uri="{FF2B5EF4-FFF2-40B4-BE49-F238E27FC236}">
                <a16:creationId xmlns:a16="http://schemas.microsoft.com/office/drawing/2014/main" id="{3ECBF563-9A5F-5F72-6A5E-5B4A96EE1C63}"/>
              </a:ext>
            </a:extLst>
          </p:cNvPr>
          <p:cNvSpPr txBox="1"/>
          <p:nvPr userDrawn="1"/>
        </p:nvSpPr>
        <p:spPr>
          <a:xfrm>
            <a:off x="11220715" y="6224540"/>
            <a:ext cx="594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24FCAE7-F3FB-8A47-8F25-E38F3A8BCB3B}" type="slidenum">
              <a:rPr lang="en-NO" sz="1400" smtClean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endParaRPr lang="en-NO" sz="14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87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</p:sldLayoutIdLst>
  <p:transition spd="slow">
    <p:cover/>
  </p:transition>
  <p:hf hdr="0" ft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Arial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Arial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Arial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083">
          <p15:clr>
            <a:srgbClr val="F26B43"/>
          </p15:clr>
        </p15:guide>
        <p15:guide id="3" pos="597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55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E28842A-71EB-7348-B20C-4E2C6F14E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519"/>
            <a:ext cx="12192000" cy="337749"/>
          </a:xfrm>
          <a:custGeom>
            <a:avLst/>
            <a:gdLst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247133"/>
              <a:gd name="connsiteX1" fmla="*/ 12192000 w 12192000"/>
              <a:gd name="connsiteY1" fmla="*/ 0 h 247133"/>
              <a:gd name="connsiteX2" fmla="*/ 12192000 w 12192000"/>
              <a:gd name="connsiteY2" fmla="*/ 247133 h 247133"/>
              <a:gd name="connsiteX3" fmla="*/ 0 w 12192000"/>
              <a:gd name="connsiteY3" fmla="*/ 247133 h 247133"/>
              <a:gd name="connsiteX4" fmla="*/ 0 w 12192000"/>
              <a:gd name="connsiteY4" fmla="*/ 0 h 247133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  <a:gd name="connsiteX0" fmla="*/ 0 w 12192000"/>
              <a:gd name="connsiteY0" fmla="*/ 0 h 337749"/>
              <a:gd name="connsiteX1" fmla="*/ 12192000 w 12192000"/>
              <a:gd name="connsiteY1" fmla="*/ 0 h 337749"/>
              <a:gd name="connsiteX2" fmla="*/ 12192000 w 12192000"/>
              <a:gd name="connsiteY2" fmla="*/ 247133 h 337749"/>
              <a:gd name="connsiteX3" fmla="*/ 0 w 12192000"/>
              <a:gd name="connsiteY3" fmla="*/ 337749 h 337749"/>
              <a:gd name="connsiteX4" fmla="*/ 0 w 12192000"/>
              <a:gd name="connsiteY4" fmla="*/ 0 h 337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37749">
                <a:moveTo>
                  <a:pt x="0" y="0"/>
                </a:moveTo>
                <a:lnTo>
                  <a:pt x="12192000" y="0"/>
                </a:lnTo>
                <a:lnTo>
                  <a:pt x="12192000" y="247133"/>
                </a:lnTo>
                <a:cubicBezTo>
                  <a:pt x="7971481" y="304798"/>
                  <a:pt x="4599459" y="-172998"/>
                  <a:pt x="0" y="3377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innerShdw blurRad="63500" dist="50800" dir="5400000">
              <a:prstClr val="black">
                <a:alpha val="1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>
              <a:solidFill>
                <a:schemeClr val="accent3"/>
              </a:solidFill>
            </a:endParaRPr>
          </a:p>
        </p:txBody>
      </p:sp>
      <p:sp>
        <p:nvSpPr>
          <p:cNvPr id="3" name="TextBox 3" descr="Sidenummer">
            <a:extLst>
              <a:ext uri="{FF2B5EF4-FFF2-40B4-BE49-F238E27FC236}">
                <a16:creationId xmlns:a16="http://schemas.microsoft.com/office/drawing/2014/main" id="{C1C13848-E00F-8AD5-0A16-1A4556D16F05}"/>
              </a:ext>
            </a:extLst>
          </p:cNvPr>
          <p:cNvSpPr txBox="1"/>
          <p:nvPr userDrawn="1"/>
        </p:nvSpPr>
        <p:spPr>
          <a:xfrm>
            <a:off x="11220715" y="6224540"/>
            <a:ext cx="594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24FCAE7-F3FB-8A47-8F25-E38F3A8BCB3B}" type="slidenum">
              <a:rPr lang="en-NO" sz="140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endParaRPr lang="en-NO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6131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transition spd="slow">
    <p:cover/>
  </p:transition>
  <p:hf hdr="0" ft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Arial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Arial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Arial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083">
          <p15:clr>
            <a:srgbClr val="F26B43"/>
          </p15:clr>
        </p15:guide>
        <p15:guide id="3" pos="597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55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yQ7qVwKvtk?feature=oembed" TargetMode="Externa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55D58002-C10A-C8A0-10B7-3D476A14B5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273" y="3741824"/>
            <a:ext cx="5711632" cy="19611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Lecture 1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Search Algorithms</a:t>
            </a:r>
            <a:b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b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lang="en-GB" sz="1600" b="0" dirty="0">
                <a:solidFill>
                  <a:schemeClr val="bg1"/>
                </a:solidFill>
                <a:ea typeface="+mn-ea"/>
              </a:rPr>
              <a:t>TDT4137 – Introduction to Artificial Intelligence, 2026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Aleksandra Jekic, </a:t>
            </a:r>
            <a:r>
              <a:rPr lang="en-GB" sz="1600" b="0" dirty="0">
                <a:solidFill>
                  <a:schemeClr val="bg1"/>
                </a:solidFill>
                <a:ea typeface="+mn-ea"/>
              </a:rPr>
              <a:t>Department of Computer Science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ED0530CE-D4BC-18B1-1DCC-A206FBA53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192" y="1180378"/>
            <a:ext cx="432608" cy="842385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C52270ED-6F6E-877A-92DE-D616F5E52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554" y="2523837"/>
            <a:ext cx="112654" cy="219363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18218507-5315-8D56-EFE7-DFFFAD801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979" y="6142183"/>
            <a:ext cx="217009" cy="42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96928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FEE9CADC-7D01-690F-8173-A206BF2792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5400" dirty="0">
                <a:solidFill>
                  <a:schemeClr val="tx2"/>
                </a:solidFill>
                <a:ea typeface="+mn-ea"/>
              </a:rPr>
              <a:t>Relevant for this assignment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9B79C83-5C43-7C62-9BBC-50FD41CB76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44459"/>
            <a:ext cx="11113108" cy="4995099"/>
          </a:xfrm>
        </p:spPr>
        <p:txBody>
          <a:bodyPr/>
          <a:lstStyle/>
          <a:p>
            <a:r>
              <a:rPr lang="nb-NO" dirty="0" err="1"/>
              <a:t>Lecture</a:t>
            </a:r>
            <a:r>
              <a:rPr lang="nb-NO" dirty="0"/>
              <a:t> 2 (</a:t>
            </a:r>
            <a:r>
              <a:rPr lang="nb-NO" dirty="0" err="1"/>
              <a:t>yesterday</a:t>
            </a:r>
            <a:r>
              <a:rPr lang="nb-NO" dirty="0"/>
              <a:t>) and </a:t>
            </a:r>
            <a:r>
              <a:rPr lang="nb-NO" dirty="0" err="1"/>
              <a:t>Lecture</a:t>
            </a:r>
            <a:r>
              <a:rPr lang="nb-NO" dirty="0"/>
              <a:t> 3, </a:t>
            </a:r>
            <a:r>
              <a:rPr lang="nb-NO" dirty="0" err="1"/>
              <a:t>which</a:t>
            </a:r>
            <a:r>
              <a:rPr lang="nb-NO" dirty="0"/>
              <a:t> covers </a:t>
            </a:r>
            <a:r>
              <a:rPr lang="nb-NO" dirty="0" err="1"/>
              <a:t>some</a:t>
            </a:r>
            <a:r>
              <a:rPr lang="nb-NO" dirty="0"/>
              <a:t> </a:t>
            </a:r>
            <a:r>
              <a:rPr lang="nb-NO" dirty="0" err="1"/>
              <a:t>mathematical</a:t>
            </a:r>
            <a:r>
              <a:rPr lang="nb-NO" dirty="0"/>
              <a:t> </a:t>
            </a:r>
            <a:r>
              <a:rPr lang="nb-NO" dirty="0" err="1"/>
              <a:t>theory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A* relevant to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assignment</a:t>
            </a:r>
            <a:r>
              <a:rPr lang="nb-NO" dirty="0"/>
              <a:t> (</a:t>
            </a:r>
            <a:r>
              <a:rPr lang="nb-NO" dirty="0" err="1"/>
              <a:t>next</a:t>
            </a:r>
            <a:r>
              <a:rPr lang="nb-NO" dirty="0"/>
              <a:t> </a:t>
            </a:r>
            <a:r>
              <a:rPr lang="nb-NO" dirty="0" err="1"/>
              <a:t>week</a:t>
            </a:r>
            <a:r>
              <a:rPr lang="nb-NO" dirty="0"/>
              <a:t>)</a:t>
            </a:r>
          </a:p>
          <a:p>
            <a:r>
              <a:rPr lang="nb-NO" dirty="0"/>
              <a:t>Chapter 3 in </a:t>
            </a:r>
            <a:r>
              <a:rPr lang="nb-NO" dirty="0" err="1"/>
              <a:t>the</a:t>
            </a:r>
            <a:r>
              <a:rPr lang="nb-NO" dirty="0"/>
              <a:t> Russell and </a:t>
            </a:r>
            <a:r>
              <a:rPr lang="nb-NO" dirty="0" err="1"/>
              <a:t>Norvig</a:t>
            </a:r>
            <a:r>
              <a:rPr lang="nb-NO" dirty="0"/>
              <a:t> book (4th </a:t>
            </a:r>
            <a:r>
              <a:rPr lang="nb-NO" dirty="0" err="1"/>
              <a:t>edition</a:t>
            </a:r>
            <a:r>
              <a:rPr lang="nb-NO" dirty="0"/>
              <a:t>, Global).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/>
              <a:t>If </a:t>
            </a:r>
            <a:r>
              <a:rPr lang="nb-NO" dirty="0" err="1"/>
              <a:t>you</a:t>
            </a:r>
            <a:r>
              <a:rPr lang="nb-NO" dirty="0"/>
              <a:t> have </a:t>
            </a:r>
            <a:r>
              <a:rPr lang="nb-NO" dirty="0" err="1"/>
              <a:t>taken</a:t>
            </a:r>
            <a:r>
              <a:rPr lang="nb-NO" dirty="0"/>
              <a:t> TDT4120 </a:t>
            </a:r>
            <a:r>
              <a:rPr lang="nb-NO" dirty="0" err="1"/>
              <a:t>Algorithms</a:t>
            </a:r>
            <a:r>
              <a:rPr lang="nb-NO" dirty="0"/>
              <a:t> and data </a:t>
            </a:r>
            <a:r>
              <a:rPr lang="nb-NO" dirty="0" err="1"/>
              <a:t>structures</a:t>
            </a:r>
            <a:r>
              <a:rPr lang="nb-NO" dirty="0"/>
              <a:t>, </a:t>
            </a:r>
            <a:r>
              <a:rPr lang="nb-NO" dirty="0" err="1"/>
              <a:t>some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may</a:t>
            </a:r>
            <a:r>
              <a:rPr lang="nb-NO" dirty="0"/>
              <a:t> be </a:t>
            </a:r>
            <a:r>
              <a:rPr lang="nb-NO" dirty="0" err="1"/>
              <a:t>familiar</a:t>
            </a:r>
            <a:r>
              <a:rPr lang="nb-NO" dirty="0"/>
              <a:t> to </a:t>
            </a:r>
            <a:r>
              <a:rPr lang="nb-NO" dirty="0" err="1"/>
              <a:t>you</a:t>
            </a:r>
            <a:r>
              <a:rPr lang="nb-NO" dirty="0"/>
              <a:t> and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be used to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way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thinking</a:t>
            </a:r>
            <a:r>
              <a:rPr lang="nb-NO" dirty="0"/>
              <a:t>. </a:t>
            </a:r>
            <a:r>
              <a:rPr lang="nb-NO" dirty="0" err="1"/>
              <a:t>However</a:t>
            </a:r>
            <a:r>
              <a:rPr lang="nb-NO" dirty="0"/>
              <a:t>,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get</a:t>
            </a:r>
            <a:r>
              <a:rPr lang="nb-NO" dirty="0"/>
              <a:t> </a:t>
            </a:r>
            <a:r>
              <a:rPr lang="nb-NO" dirty="0" err="1"/>
              <a:t>tricked</a:t>
            </a:r>
            <a:r>
              <a:rPr lang="nb-NO" dirty="0"/>
              <a:t>. Even </a:t>
            </a:r>
            <a:r>
              <a:rPr lang="nb-NO" dirty="0" err="1"/>
              <a:t>small</a:t>
            </a:r>
            <a:r>
              <a:rPr lang="nb-NO" dirty="0"/>
              <a:t>, </a:t>
            </a:r>
            <a:r>
              <a:rPr lang="nb-NO" dirty="0" err="1"/>
              <a:t>subtle</a:t>
            </a:r>
            <a:r>
              <a:rPr lang="nb-NO" dirty="0"/>
              <a:t> </a:t>
            </a:r>
            <a:r>
              <a:rPr lang="nb-NO" dirty="0" err="1"/>
              <a:t>differences</a:t>
            </a:r>
            <a:r>
              <a:rPr lang="nb-NO" dirty="0"/>
              <a:t> in </a:t>
            </a:r>
            <a:r>
              <a:rPr lang="nb-NO" dirty="0" err="1"/>
              <a:t>our</a:t>
            </a:r>
            <a:r>
              <a:rPr lang="nb-NO" dirty="0"/>
              <a:t> </a:t>
            </a:r>
            <a:r>
              <a:rPr lang="nb-NO" dirty="0" err="1"/>
              <a:t>versions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algorithms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be </a:t>
            </a:r>
            <a:r>
              <a:rPr lang="nb-NO" dirty="0" err="1"/>
              <a:t>significant</a:t>
            </a:r>
            <a:r>
              <a:rPr lang="nb-NO" dirty="0"/>
              <a:t>.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Note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older </a:t>
            </a:r>
            <a:r>
              <a:rPr lang="nb-NO" dirty="0" err="1"/>
              <a:t>versions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book have different </a:t>
            </a:r>
            <a:r>
              <a:rPr lang="nb-NO" dirty="0" err="1"/>
              <a:t>algorithms</a:t>
            </a:r>
            <a:r>
              <a:rPr lang="nb-NO" dirty="0"/>
              <a:t>.</a:t>
            </a:r>
          </a:p>
          <a:p>
            <a:endParaRPr lang="en-GB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17329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F9E4-E5B1-0C2F-70A5-1DDBE52F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4D22E464-A2E4-8E9E-8EC2-D9888BF475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5400" dirty="0">
                <a:solidFill>
                  <a:schemeClr val="tx2"/>
                </a:solidFill>
                <a:ea typeface="+mn-ea"/>
              </a:rPr>
              <a:t>How important is this?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76A9A0B-9172-A9EA-B646-CC736EA831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44459"/>
            <a:ext cx="11113108" cy="4995099"/>
          </a:xfrm>
        </p:spPr>
        <p:txBody>
          <a:bodyPr/>
          <a:lstStyle/>
          <a:p>
            <a:r>
              <a:rPr lang="nb-NO" sz="2400" dirty="0"/>
              <a:t>If </a:t>
            </a:r>
            <a:r>
              <a:rPr lang="nb-NO" sz="2400" dirty="0" err="1"/>
              <a:t>you</a:t>
            </a:r>
            <a:r>
              <a:rPr lang="nb-NO" sz="2400" dirty="0"/>
              <a:t> </a:t>
            </a:r>
            <a:r>
              <a:rPr lang="nb-NO" sz="2400" dirty="0" err="1"/>
              <a:t>look</a:t>
            </a:r>
            <a:r>
              <a:rPr lang="nb-NO" sz="2400" dirty="0"/>
              <a:t> at </a:t>
            </a:r>
            <a:r>
              <a:rPr lang="nb-NO" sz="2400" dirty="0" err="1"/>
              <a:t>the</a:t>
            </a:r>
            <a:r>
              <a:rPr lang="nb-NO" sz="2400" dirty="0"/>
              <a:t> old </a:t>
            </a:r>
            <a:r>
              <a:rPr lang="nb-NO" sz="2400" dirty="0" err="1"/>
              <a:t>exams</a:t>
            </a:r>
            <a:r>
              <a:rPr lang="nb-NO" sz="2400" dirty="0"/>
              <a:t>, </a:t>
            </a:r>
            <a:r>
              <a:rPr lang="nb-NO" sz="2400" dirty="0" err="1"/>
              <a:t>there</a:t>
            </a:r>
            <a:r>
              <a:rPr lang="nb-NO" sz="2400" dirty="0"/>
              <a:t> is </a:t>
            </a:r>
            <a:r>
              <a:rPr lang="nb-NO" sz="2400" dirty="0" err="1"/>
              <a:t>usually</a:t>
            </a:r>
            <a:r>
              <a:rPr lang="nb-NO" sz="2400" dirty="0"/>
              <a:t> a lot </a:t>
            </a:r>
            <a:r>
              <a:rPr lang="nb-NO" sz="2400" dirty="0" err="1"/>
              <a:t>on</a:t>
            </a:r>
            <a:r>
              <a:rPr lang="nb-NO" sz="2400" dirty="0"/>
              <a:t> </a:t>
            </a:r>
            <a:r>
              <a:rPr lang="nb-NO" sz="2400" dirty="0" err="1"/>
              <a:t>this</a:t>
            </a:r>
            <a:r>
              <a:rPr lang="nb-NO" sz="2400" dirty="0"/>
              <a:t> </a:t>
            </a:r>
            <a:r>
              <a:rPr lang="nb-NO" sz="2400" dirty="0" err="1"/>
              <a:t>topic</a:t>
            </a:r>
            <a:r>
              <a:rPr lang="nb-NO" sz="2400" dirty="0"/>
              <a:t>.</a:t>
            </a:r>
          </a:p>
          <a:p>
            <a:r>
              <a:rPr lang="nb-NO" sz="2400" dirty="0"/>
              <a:t>May be </a:t>
            </a:r>
            <a:r>
              <a:rPr lang="nb-NO" sz="2400" dirty="0" err="1"/>
              <a:t>easy</a:t>
            </a:r>
            <a:r>
              <a:rPr lang="nb-NO" sz="2400" dirty="0"/>
              <a:t> to </a:t>
            </a:r>
            <a:r>
              <a:rPr lang="nb-NO" sz="2400" dirty="0" err="1"/>
              <a:t>grasp</a:t>
            </a:r>
            <a:r>
              <a:rPr lang="nb-NO" sz="2400" dirty="0"/>
              <a:t> </a:t>
            </a:r>
            <a:r>
              <a:rPr lang="nb-NO" sz="2400" dirty="0" err="1"/>
              <a:t>intuitively</a:t>
            </a:r>
            <a:r>
              <a:rPr lang="nb-NO" sz="2400" dirty="0"/>
              <a:t>, </a:t>
            </a:r>
            <a:r>
              <a:rPr lang="nb-NO" sz="2400" dirty="0" err="1"/>
              <a:t>but</a:t>
            </a:r>
            <a:r>
              <a:rPr lang="nb-NO" sz="2400" dirty="0"/>
              <a:t> </a:t>
            </a:r>
            <a:r>
              <a:rPr lang="nb-NO" sz="2400" dirty="0" err="1"/>
              <a:t>small</a:t>
            </a:r>
            <a:r>
              <a:rPr lang="nb-NO" sz="2400" dirty="0"/>
              <a:t> </a:t>
            </a:r>
            <a:r>
              <a:rPr lang="nb-NO" sz="2400" dirty="0" err="1"/>
              <a:t>details</a:t>
            </a:r>
            <a:r>
              <a:rPr lang="nb-NO" sz="2400" dirty="0"/>
              <a:t> </a:t>
            </a:r>
            <a:r>
              <a:rPr lang="nb-NO" sz="2400" dirty="0" err="1"/>
              <a:t>can</a:t>
            </a:r>
            <a:r>
              <a:rPr lang="nb-NO" sz="2400" dirty="0"/>
              <a:t> </a:t>
            </a:r>
            <a:r>
              <a:rPr lang="nb-NO" sz="2400" dirty="0" err="1"/>
              <a:t>trip</a:t>
            </a:r>
            <a:r>
              <a:rPr lang="nb-NO" sz="2400" dirty="0"/>
              <a:t> </a:t>
            </a:r>
            <a:r>
              <a:rPr lang="nb-NO" sz="2400" dirty="0" err="1"/>
              <a:t>you</a:t>
            </a:r>
            <a:r>
              <a:rPr lang="nb-NO" sz="2400" dirty="0"/>
              <a:t> up. </a:t>
            </a:r>
            <a:r>
              <a:rPr lang="nb-NO" sz="2400" dirty="0" err="1"/>
              <a:t>Behind</a:t>
            </a:r>
            <a:r>
              <a:rPr lang="nb-NO" sz="2400" dirty="0"/>
              <a:t> </a:t>
            </a:r>
            <a:r>
              <a:rPr lang="nb-NO" sz="2400" dirty="0" err="1"/>
              <a:t>the</a:t>
            </a:r>
            <a:r>
              <a:rPr lang="nb-NO" sz="2400" dirty="0"/>
              <a:t> scenes </a:t>
            </a:r>
            <a:r>
              <a:rPr lang="nb-NO" sz="2400" dirty="0" err="1"/>
              <a:t>we</a:t>
            </a:r>
            <a:r>
              <a:rPr lang="nb-NO" sz="2400" dirty="0"/>
              <a:t> joke </a:t>
            </a:r>
            <a:r>
              <a:rPr lang="nb-NO" sz="2400" dirty="0" err="1"/>
              <a:t>that</a:t>
            </a:r>
            <a:r>
              <a:rPr lang="nb-NO" sz="2400" dirty="0"/>
              <a:t> </a:t>
            </a:r>
            <a:r>
              <a:rPr lang="nb-NO" sz="2400" dirty="0" err="1"/>
              <a:t>we</a:t>
            </a:r>
            <a:r>
              <a:rPr lang="nb-NO" sz="2400" dirty="0"/>
              <a:t> </a:t>
            </a:r>
            <a:r>
              <a:rPr lang="nb-NO" sz="2400" dirty="0" err="1"/>
              <a:t>are</a:t>
            </a:r>
            <a:r>
              <a:rPr lang="nb-NO" sz="2400" dirty="0"/>
              <a:t> still </a:t>
            </a:r>
            <a:r>
              <a:rPr lang="nb-NO" sz="2400" dirty="0" err="1"/>
              <a:t>discovering</a:t>
            </a:r>
            <a:r>
              <a:rPr lang="nb-NO" sz="2400" dirty="0"/>
              <a:t> </a:t>
            </a:r>
            <a:r>
              <a:rPr lang="nb-NO" sz="2400" dirty="0" err="1"/>
              <a:t>new</a:t>
            </a:r>
            <a:r>
              <a:rPr lang="nb-NO" sz="2400" dirty="0"/>
              <a:t> </a:t>
            </a:r>
            <a:r>
              <a:rPr lang="nb-NO" sz="2400" dirty="0" err="1"/>
              <a:t>subtle</a:t>
            </a:r>
            <a:r>
              <a:rPr lang="nb-NO" sz="2400" dirty="0"/>
              <a:t> </a:t>
            </a:r>
            <a:r>
              <a:rPr lang="nb-NO" sz="2400" dirty="0" err="1"/>
              <a:t>details</a:t>
            </a:r>
            <a:r>
              <a:rPr lang="nb-NO" sz="2400" dirty="0"/>
              <a:t>.</a:t>
            </a:r>
          </a:p>
          <a:p>
            <a:r>
              <a:rPr lang="nb-NO" sz="2400" dirty="0"/>
              <a:t>In </a:t>
            </a:r>
            <a:r>
              <a:rPr lang="nb-NO" sz="2400" dirty="0" err="1"/>
              <a:t>the</a:t>
            </a:r>
            <a:r>
              <a:rPr lang="nb-NO" sz="2400" dirty="0"/>
              <a:t> </a:t>
            </a:r>
            <a:r>
              <a:rPr lang="nb-NO" sz="2400" dirty="0" err="1"/>
              <a:t>exam</a:t>
            </a:r>
            <a:r>
              <a:rPr lang="nb-NO" sz="2400" dirty="0"/>
              <a:t>, </a:t>
            </a:r>
            <a:r>
              <a:rPr lang="nb-NO" sz="2400" dirty="0" err="1"/>
              <a:t>you</a:t>
            </a:r>
            <a:r>
              <a:rPr lang="nb-NO" sz="2400" dirty="0"/>
              <a:t> </a:t>
            </a:r>
            <a:r>
              <a:rPr lang="nb-NO" sz="2400" dirty="0" err="1"/>
              <a:t>may</a:t>
            </a:r>
            <a:r>
              <a:rPr lang="nb-NO" sz="2400" dirty="0"/>
              <a:t> have to do </a:t>
            </a:r>
            <a:r>
              <a:rPr lang="nb-NO" sz="2400" dirty="0" err="1"/>
              <a:t>these</a:t>
            </a:r>
            <a:r>
              <a:rPr lang="nb-NO" sz="2400" dirty="0"/>
              <a:t> </a:t>
            </a:r>
            <a:r>
              <a:rPr lang="nb-NO" sz="2400" dirty="0" err="1"/>
              <a:t>algorithms</a:t>
            </a:r>
            <a:r>
              <a:rPr lang="nb-NO" sz="2400" dirty="0"/>
              <a:t> by hand. Most human </a:t>
            </a:r>
            <a:r>
              <a:rPr lang="nb-NO" sz="2400" dirty="0" err="1"/>
              <a:t>brains</a:t>
            </a:r>
            <a:r>
              <a:rPr lang="nb-NO" sz="2400" dirty="0"/>
              <a:t> </a:t>
            </a:r>
            <a:r>
              <a:rPr lang="nb-NO" sz="2400" dirty="0" err="1"/>
              <a:t>require</a:t>
            </a:r>
            <a:r>
              <a:rPr lang="nb-NO" sz="2400" dirty="0"/>
              <a:t> </a:t>
            </a:r>
            <a:r>
              <a:rPr lang="nb-NO" sz="2400" dirty="0" err="1"/>
              <a:t>spaced</a:t>
            </a:r>
            <a:r>
              <a:rPr lang="nb-NO" sz="2400" dirty="0"/>
              <a:t> </a:t>
            </a:r>
            <a:r>
              <a:rPr lang="nb-NO" sz="2400" dirty="0" err="1"/>
              <a:t>repetition</a:t>
            </a:r>
            <a:r>
              <a:rPr lang="nb-NO" sz="2400" dirty="0"/>
              <a:t> to do </a:t>
            </a:r>
            <a:r>
              <a:rPr lang="nb-NO" sz="2400" dirty="0" err="1"/>
              <a:t>this</a:t>
            </a:r>
            <a:r>
              <a:rPr lang="nb-NO" sz="2400" dirty="0"/>
              <a:t> </a:t>
            </a:r>
            <a:r>
              <a:rPr lang="nb-NO" sz="2400" dirty="0" err="1"/>
              <a:t>confidently</a:t>
            </a:r>
            <a:r>
              <a:rPr lang="nb-NO" sz="2400" dirty="0"/>
              <a:t>. This </a:t>
            </a:r>
            <a:r>
              <a:rPr lang="nb-NO" sz="2400" dirty="0" err="1"/>
              <a:t>assignment</a:t>
            </a:r>
            <a:r>
              <a:rPr lang="nb-NO" sz="2400" dirty="0"/>
              <a:t> is a </a:t>
            </a:r>
            <a:r>
              <a:rPr lang="nb-NO" sz="2400" dirty="0" err="1"/>
              <a:t>good</a:t>
            </a:r>
            <a:r>
              <a:rPr lang="nb-NO" sz="2400" dirty="0"/>
              <a:t> </a:t>
            </a:r>
            <a:r>
              <a:rPr lang="nb-NO" sz="2400" dirty="0" err="1"/>
              <a:t>chance</a:t>
            </a:r>
            <a:r>
              <a:rPr lang="nb-NO" sz="2400" dirty="0"/>
              <a:t> to </a:t>
            </a:r>
            <a:r>
              <a:rPr lang="nb-NO" sz="2400" dirty="0" err="1"/>
              <a:t>build</a:t>
            </a:r>
            <a:r>
              <a:rPr lang="nb-NO" sz="2400" dirty="0"/>
              <a:t> a solid </a:t>
            </a:r>
            <a:r>
              <a:rPr lang="nb-NO" sz="2400" dirty="0" err="1"/>
              <a:t>foundation</a:t>
            </a:r>
            <a:r>
              <a:rPr lang="nb-NO" sz="2400" dirty="0"/>
              <a:t> for </a:t>
            </a:r>
            <a:r>
              <a:rPr lang="nb-NO" sz="2400" dirty="0" err="1"/>
              <a:t>your</a:t>
            </a:r>
            <a:r>
              <a:rPr lang="nb-NO" sz="2400" dirty="0"/>
              <a:t> </a:t>
            </a:r>
            <a:r>
              <a:rPr lang="nb-NO" sz="2400" dirty="0" err="1"/>
              <a:t>exam</a:t>
            </a:r>
            <a:r>
              <a:rPr lang="nb-NO" sz="2400" dirty="0"/>
              <a:t> </a:t>
            </a:r>
            <a:r>
              <a:rPr lang="nb-NO" sz="2400" dirty="0" err="1"/>
              <a:t>practice</a:t>
            </a:r>
            <a:r>
              <a:rPr lang="nb-NO" sz="2400" dirty="0"/>
              <a:t> </a:t>
            </a:r>
            <a:r>
              <a:rPr lang="nb-NO" sz="2400" dirty="0" err="1"/>
              <a:t>period</a:t>
            </a:r>
            <a:r>
              <a:rPr lang="nb-NO" sz="2400" dirty="0"/>
              <a:t>.</a:t>
            </a:r>
          </a:p>
          <a:p>
            <a:endParaRPr lang="en-GB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57467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DFE4-8A34-81FA-AD5C-3B1E619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C6E93316-DE41-0361-9D60-50867DAADF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5400" dirty="0">
                <a:solidFill>
                  <a:schemeClr val="tx2"/>
                </a:solidFill>
                <a:ea typeface="+mn-ea"/>
              </a:rPr>
              <a:t>What version to use?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23DB4B3-BF64-0DC1-302A-8B68F2514B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44459"/>
            <a:ext cx="11113108" cy="4995099"/>
          </a:xfrm>
        </p:spPr>
        <p:txBody>
          <a:bodyPr/>
          <a:lstStyle/>
          <a:p>
            <a:r>
              <a:rPr lang="nb-NO" sz="2400" dirty="0" err="1"/>
              <a:t>Many</a:t>
            </a:r>
            <a:r>
              <a:rPr lang="nb-NO" sz="2400" dirty="0"/>
              <a:t> different </a:t>
            </a:r>
            <a:r>
              <a:rPr lang="nb-NO" sz="2400" dirty="0" err="1"/>
              <a:t>algorithms</a:t>
            </a:r>
            <a:r>
              <a:rPr lang="nb-NO" sz="2400" dirty="0"/>
              <a:t> </a:t>
            </a:r>
            <a:r>
              <a:rPr lang="nb-NO" sz="2400" dirty="0" err="1"/>
              <a:t>with</a:t>
            </a:r>
            <a:r>
              <a:rPr lang="nb-NO" sz="2400" dirty="0"/>
              <a:t> </a:t>
            </a:r>
            <a:r>
              <a:rPr lang="nb-NO" sz="2400" dirty="0" err="1"/>
              <a:t>many</a:t>
            </a:r>
            <a:r>
              <a:rPr lang="nb-NO" sz="2400" dirty="0"/>
              <a:t> different </a:t>
            </a:r>
            <a:r>
              <a:rPr lang="nb-NO" sz="2400" dirty="0" err="1"/>
              <a:t>properties</a:t>
            </a:r>
            <a:r>
              <a:rPr lang="nb-NO" sz="2400" dirty="0"/>
              <a:t> have </a:t>
            </a:r>
            <a:r>
              <a:rPr lang="nb-NO" sz="2400" dirty="0" err="1"/>
              <a:t>the</a:t>
            </a:r>
            <a:r>
              <a:rPr lang="nb-NO" sz="2400" dirty="0"/>
              <a:t> same </a:t>
            </a:r>
            <a:r>
              <a:rPr lang="nb-NO" sz="2400" dirty="0" err="1"/>
              <a:t>names</a:t>
            </a:r>
            <a:r>
              <a:rPr lang="nb-NO" sz="2400" dirty="0"/>
              <a:t>. If </a:t>
            </a:r>
            <a:r>
              <a:rPr lang="nb-NO" sz="2400" dirty="0" err="1"/>
              <a:t>you</a:t>
            </a:r>
            <a:r>
              <a:rPr lang="nb-NO" sz="2400" dirty="0"/>
              <a:t> </a:t>
            </a:r>
            <a:r>
              <a:rPr lang="nb-NO" sz="2400" dirty="0" err="1"/>
              <a:t>look</a:t>
            </a:r>
            <a:r>
              <a:rPr lang="nb-NO" sz="2400" dirty="0"/>
              <a:t> up random A* </a:t>
            </a:r>
            <a:r>
              <a:rPr lang="nb-NO" sz="2400" dirty="0" err="1"/>
              <a:t>content</a:t>
            </a:r>
            <a:r>
              <a:rPr lang="nb-NO" sz="2400" dirty="0"/>
              <a:t> online, it is </a:t>
            </a:r>
            <a:r>
              <a:rPr lang="nb-NO" sz="2400" dirty="0" err="1"/>
              <a:t>probably</a:t>
            </a:r>
            <a:r>
              <a:rPr lang="nb-NO" sz="2400" dirty="0"/>
              <a:t> not </a:t>
            </a:r>
            <a:r>
              <a:rPr lang="nb-NO" sz="2400" dirty="0" err="1"/>
              <a:t>our</a:t>
            </a:r>
            <a:r>
              <a:rPr lang="nb-NO" sz="2400" dirty="0"/>
              <a:t> A*.</a:t>
            </a:r>
          </a:p>
          <a:p>
            <a:r>
              <a:rPr lang="nb-NO" sz="2400" dirty="0"/>
              <a:t>Small </a:t>
            </a:r>
            <a:r>
              <a:rPr lang="nb-NO" sz="2400" dirty="0" err="1"/>
              <a:t>details</a:t>
            </a:r>
            <a:r>
              <a:rPr lang="nb-NO" sz="2400" dirty="0"/>
              <a:t> </a:t>
            </a:r>
            <a:r>
              <a:rPr lang="nb-NO" sz="2400" dirty="0" err="1"/>
              <a:t>that</a:t>
            </a:r>
            <a:r>
              <a:rPr lang="nb-NO" sz="2400" dirty="0"/>
              <a:t> </a:t>
            </a:r>
            <a:r>
              <a:rPr lang="nb-NO" sz="2400" dirty="0" err="1"/>
              <a:t>can</a:t>
            </a:r>
            <a:r>
              <a:rPr lang="nb-NO" sz="2400" dirty="0"/>
              <a:t> make a </a:t>
            </a:r>
            <a:r>
              <a:rPr lang="nb-NO" sz="2400" dirty="0" err="1"/>
              <a:t>really</a:t>
            </a:r>
            <a:r>
              <a:rPr lang="nb-NO" sz="2400" dirty="0"/>
              <a:t> </a:t>
            </a:r>
            <a:r>
              <a:rPr lang="nb-NO" sz="2400" dirty="0" err="1"/>
              <a:t>big</a:t>
            </a:r>
            <a:r>
              <a:rPr lang="nb-NO" sz="2400" dirty="0"/>
              <a:t> </a:t>
            </a:r>
            <a:r>
              <a:rPr lang="nb-NO" sz="2400" dirty="0" err="1"/>
              <a:t>difference</a:t>
            </a:r>
            <a:r>
              <a:rPr lang="nb-NO" sz="2400" dirty="0"/>
              <a:t> (from </a:t>
            </a:r>
            <a:r>
              <a:rPr lang="nb-NO" sz="2400" dirty="0" err="1"/>
              <a:t>main</a:t>
            </a:r>
            <a:r>
              <a:rPr lang="nb-NO" sz="2400" dirty="0"/>
              <a:t> </a:t>
            </a:r>
            <a:r>
              <a:rPr lang="nb-NO" sz="2400" dirty="0" err="1"/>
              <a:t>lectures</a:t>
            </a:r>
            <a:r>
              <a:rPr lang="nb-NO" sz="2400" dirty="0"/>
              <a:t>):</a:t>
            </a:r>
          </a:p>
          <a:p>
            <a:pPr lvl="1"/>
            <a:r>
              <a:rPr lang="nb-NO" sz="2000" dirty="0" err="1"/>
              <a:t>Does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algorithm</a:t>
            </a:r>
            <a:r>
              <a:rPr lang="nb-NO" sz="2000" dirty="0"/>
              <a:t> save </a:t>
            </a:r>
            <a:r>
              <a:rPr lang="nb-NO" sz="2000" dirty="0" err="1"/>
              <a:t>where</a:t>
            </a:r>
            <a:r>
              <a:rPr lang="nb-NO" sz="2000" dirty="0"/>
              <a:t> it has </a:t>
            </a:r>
            <a:r>
              <a:rPr lang="nb-NO" sz="2000" dirty="0" err="1"/>
              <a:t>been</a:t>
            </a:r>
            <a:r>
              <a:rPr lang="nb-NO" sz="2000" dirty="0"/>
              <a:t> (</a:t>
            </a:r>
            <a:r>
              <a:rPr lang="nb-NO" sz="2000" dirty="0" err="1"/>
              <a:t>graph</a:t>
            </a:r>
            <a:r>
              <a:rPr lang="nb-NO" sz="2000" dirty="0"/>
              <a:t> </a:t>
            </a:r>
            <a:r>
              <a:rPr lang="nb-NO" sz="2000" dirty="0" err="1"/>
              <a:t>search</a:t>
            </a:r>
            <a:r>
              <a:rPr lang="nb-NO" sz="2000" dirty="0"/>
              <a:t>) or not (</a:t>
            </a:r>
            <a:r>
              <a:rPr lang="nb-NO" sz="2000" dirty="0" err="1"/>
              <a:t>tree</a:t>
            </a:r>
            <a:r>
              <a:rPr lang="nb-NO" sz="2000" dirty="0"/>
              <a:t> </a:t>
            </a:r>
            <a:r>
              <a:rPr lang="nb-NO" sz="2000" dirty="0" err="1"/>
              <a:t>search</a:t>
            </a:r>
            <a:r>
              <a:rPr lang="nb-NO" sz="2000" dirty="0"/>
              <a:t>)?</a:t>
            </a:r>
          </a:p>
          <a:p>
            <a:pPr lvl="1"/>
            <a:r>
              <a:rPr lang="nb-NO" sz="2000" dirty="0" err="1"/>
              <a:t>When</a:t>
            </a:r>
            <a:r>
              <a:rPr lang="nb-NO" sz="2000" dirty="0"/>
              <a:t> </a:t>
            </a:r>
            <a:r>
              <a:rPr lang="nb-NO" sz="2000" dirty="0" err="1"/>
              <a:t>does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algorithm</a:t>
            </a:r>
            <a:r>
              <a:rPr lang="nb-NO" sz="2000" dirty="0"/>
              <a:t> </a:t>
            </a:r>
            <a:r>
              <a:rPr lang="nb-NO" sz="2000" dirty="0" err="1"/>
              <a:t>check</a:t>
            </a:r>
            <a:r>
              <a:rPr lang="nb-NO" sz="2000" dirty="0"/>
              <a:t> </a:t>
            </a:r>
            <a:r>
              <a:rPr lang="nb-NO" sz="2000" dirty="0" err="1"/>
              <a:t>if</a:t>
            </a:r>
            <a:r>
              <a:rPr lang="nb-NO" sz="2000" dirty="0"/>
              <a:t> it </a:t>
            </a:r>
            <a:r>
              <a:rPr lang="nb-NO" sz="2000" dirty="0" err="1"/>
              <a:t>found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goal?</a:t>
            </a:r>
          </a:p>
          <a:p>
            <a:pPr lvl="1"/>
            <a:r>
              <a:rPr lang="nb-NO" sz="2000" dirty="0"/>
              <a:t>How </a:t>
            </a:r>
            <a:r>
              <a:rPr lang="nb-NO" sz="2000" dirty="0" err="1"/>
              <a:t>does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algorithm</a:t>
            </a:r>
            <a:r>
              <a:rPr lang="nb-NO" sz="2000" dirty="0"/>
              <a:t> </a:t>
            </a:r>
            <a:r>
              <a:rPr lang="nb-NO" sz="2000" dirty="0" err="1"/>
              <a:t>generate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path</a:t>
            </a:r>
            <a:r>
              <a:rPr lang="nb-NO" sz="2000" dirty="0"/>
              <a:t> to </a:t>
            </a:r>
            <a:r>
              <a:rPr lang="nb-NO" sz="2000" dirty="0" err="1"/>
              <a:t>the</a:t>
            </a:r>
            <a:r>
              <a:rPr lang="nb-NO" sz="2000" dirty="0"/>
              <a:t> goal </a:t>
            </a:r>
            <a:r>
              <a:rPr lang="nb-NO" sz="2000" dirty="0" err="1"/>
              <a:t>after</a:t>
            </a:r>
            <a:r>
              <a:rPr lang="nb-NO" sz="2000" dirty="0"/>
              <a:t> </a:t>
            </a:r>
            <a:r>
              <a:rPr lang="nb-NO" sz="2000" dirty="0" err="1"/>
              <a:t>finding</a:t>
            </a:r>
            <a:r>
              <a:rPr lang="nb-NO" sz="2000" dirty="0"/>
              <a:t> it?</a:t>
            </a:r>
          </a:p>
          <a:p>
            <a:endParaRPr lang="nb-NO" sz="2400" dirty="0"/>
          </a:p>
          <a:p>
            <a:endParaRPr lang="en-GB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95294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014E1-C75D-5E42-92A0-E42862A9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2E5E3FEB-ED2C-AD2A-197A-08427F371F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5400" dirty="0">
                <a:solidFill>
                  <a:schemeClr val="tx2"/>
                </a:solidFill>
                <a:ea typeface="+mn-ea"/>
              </a:rPr>
              <a:t>What version to use?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D291051A-03F3-6827-9138-E0EBF54FFE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124" y="1452095"/>
            <a:ext cx="5658441" cy="4690087"/>
          </a:xfrm>
        </p:spPr>
        <p:txBody>
          <a:bodyPr/>
          <a:lstStyle/>
          <a:p>
            <a:r>
              <a:rPr lang="en-US" noProof="0" dirty="0"/>
              <a:t>We have tried to make this as unambiguous as possible.</a:t>
            </a:r>
          </a:p>
          <a:p>
            <a:r>
              <a:rPr lang="en-US" noProof="0" dirty="0"/>
              <a:t>For Breadth-first-search (BFS), the official algorithm is the one found on page 95 in Norvig and Russell.</a:t>
            </a:r>
          </a:p>
          <a:p>
            <a:r>
              <a:rPr lang="en-US" noProof="0" dirty="0"/>
              <a:t>Biggest “gotcha” is that it checks for the goal immediately when discovering a new node.</a:t>
            </a:r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BCF4AA4A-53D0-534C-C9AE-21795507D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0" y="1692224"/>
            <a:ext cx="6214540" cy="311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11173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1BC3-0B6C-938B-E3C4-1BEDE5C0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7CFF0F6-140B-BCC3-2AFC-35B3835B9D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5400" dirty="0">
                <a:solidFill>
                  <a:schemeClr val="tx2"/>
                </a:solidFill>
                <a:ea typeface="+mn-ea"/>
              </a:rPr>
              <a:t>What version to use?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3E5DC497-3879-1926-C05B-B585681B7B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b-NO" dirty="0" err="1"/>
              <a:t>We</a:t>
            </a:r>
            <a:r>
              <a:rPr lang="nb-NO" dirty="0"/>
              <a:t> have </a:t>
            </a:r>
            <a:r>
              <a:rPr lang="nb-NO" dirty="0" err="1"/>
              <a:t>tried</a:t>
            </a:r>
            <a:r>
              <a:rPr lang="nb-NO" dirty="0"/>
              <a:t> to make </a:t>
            </a:r>
            <a:r>
              <a:rPr lang="nb-NO" dirty="0" err="1"/>
              <a:t>this</a:t>
            </a:r>
            <a:r>
              <a:rPr lang="nb-NO" dirty="0"/>
              <a:t> as </a:t>
            </a:r>
            <a:r>
              <a:rPr lang="nb-NO" dirty="0" err="1"/>
              <a:t>unambiguous</a:t>
            </a:r>
            <a:r>
              <a:rPr lang="nb-NO" dirty="0"/>
              <a:t> as </a:t>
            </a:r>
            <a:r>
              <a:rPr lang="nb-NO" dirty="0" err="1"/>
              <a:t>possible</a:t>
            </a:r>
            <a:r>
              <a:rPr lang="nb-NO" dirty="0"/>
              <a:t>.</a:t>
            </a:r>
          </a:p>
          <a:p>
            <a:r>
              <a:rPr lang="nb-NO" dirty="0"/>
              <a:t>For all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algorithms</a:t>
            </a:r>
            <a:r>
              <a:rPr lang="nb-NO" dirty="0"/>
              <a:t>, </a:t>
            </a:r>
            <a:r>
              <a:rPr lang="nb-NO" dirty="0" err="1"/>
              <a:t>please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Best-First-</a:t>
            </a:r>
            <a:r>
              <a:rPr lang="nb-NO" dirty="0" err="1"/>
              <a:t>Search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page</a:t>
            </a:r>
            <a:r>
              <a:rPr lang="nb-NO" dirty="0"/>
              <a:t> 91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appropriate</a:t>
            </a:r>
            <a:r>
              <a:rPr lang="nb-NO" dirty="0"/>
              <a:t> </a:t>
            </a:r>
            <a:r>
              <a:rPr lang="nb-NO" dirty="0" err="1"/>
              <a:t>function</a:t>
            </a:r>
            <a:r>
              <a:rPr lang="nb-NO" dirty="0"/>
              <a:t> </a:t>
            </a:r>
            <a:r>
              <a:rPr lang="nb-NO" i="1" dirty="0"/>
              <a:t>f </a:t>
            </a:r>
            <a:r>
              <a:rPr lang="nb-NO" dirty="0"/>
              <a:t>to order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priority</a:t>
            </a:r>
            <a:r>
              <a:rPr lang="nb-NO" dirty="0"/>
              <a:t> </a:t>
            </a:r>
            <a:r>
              <a:rPr lang="nb-NO" dirty="0" err="1"/>
              <a:t>queue</a:t>
            </a:r>
            <a:r>
              <a:rPr lang="nb-NO" dirty="0"/>
              <a:t>.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040085CC-81BC-2348-AB0E-1F95DB96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524" y="3556854"/>
            <a:ext cx="2876951" cy="2219635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3E6ACD48-393B-3849-B008-221BC3A53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276" y="3170380"/>
            <a:ext cx="5767759" cy="349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9086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CE3D-8FD4-D9BE-F3EE-7EDBA41A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63C821FA-C305-5A4A-36A5-26B1AE1F3C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5400" dirty="0">
                <a:solidFill>
                  <a:schemeClr val="tx2"/>
                </a:solidFill>
                <a:ea typeface="+mn-ea"/>
              </a:rPr>
              <a:t>What version to use?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65C1678F-87B8-0744-CF1A-D4A7253C46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b-NO" sz="2000" dirty="0" err="1"/>
              <a:t>Process</a:t>
            </a:r>
            <a:r>
              <a:rPr lang="nb-NO" sz="2000" dirty="0"/>
              <a:t> nodes in </a:t>
            </a:r>
            <a:r>
              <a:rPr lang="nb-NO" sz="2000" dirty="0" err="1"/>
              <a:t>alphabetical</a:t>
            </a:r>
            <a:r>
              <a:rPr lang="nb-NO" sz="2000" dirty="0"/>
              <a:t> order, </a:t>
            </a:r>
            <a:r>
              <a:rPr lang="nb-NO" sz="2000" dirty="0" err="1"/>
              <a:t>when</a:t>
            </a:r>
            <a:r>
              <a:rPr lang="nb-NO" sz="2000" dirty="0"/>
              <a:t> not </a:t>
            </a:r>
            <a:r>
              <a:rPr lang="nb-NO" sz="2000" dirty="0" err="1"/>
              <a:t>specified</a:t>
            </a:r>
            <a:r>
              <a:rPr lang="nb-NO" sz="2000" dirty="0"/>
              <a:t>.</a:t>
            </a:r>
          </a:p>
          <a:p>
            <a:r>
              <a:rPr lang="nb-NO" sz="2000" dirty="0"/>
              <a:t>If </a:t>
            </a:r>
            <a:r>
              <a:rPr lang="nb-NO" sz="2000" dirty="0" err="1"/>
              <a:t>function</a:t>
            </a:r>
            <a:r>
              <a:rPr lang="nb-NO" sz="2000" dirty="0"/>
              <a:t> </a:t>
            </a:r>
            <a:r>
              <a:rPr lang="nb-NO" sz="2000" i="1" dirty="0"/>
              <a:t>f</a:t>
            </a:r>
            <a:r>
              <a:rPr lang="nb-NO" sz="2000" dirty="0"/>
              <a:t>, used to order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priority</a:t>
            </a:r>
            <a:r>
              <a:rPr lang="nb-NO" sz="2000" dirty="0"/>
              <a:t> </a:t>
            </a:r>
            <a:r>
              <a:rPr lang="nb-NO" sz="2000" dirty="0" err="1"/>
              <a:t>queue</a:t>
            </a:r>
            <a:r>
              <a:rPr lang="nb-NO" sz="2000" dirty="0"/>
              <a:t>, has a tie, fall back </a:t>
            </a:r>
            <a:r>
              <a:rPr lang="nb-NO" sz="2000" dirty="0" err="1"/>
              <a:t>on</a:t>
            </a:r>
            <a:r>
              <a:rPr lang="nb-NO" sz="2000" dirty="0"/>
              <a:t> </a:t>
            </a:r>
            <a:r>
              <a:rPr lang="nb-NO" sz="2000" dirty="0" err="1"/>
              <a:t>alphabetical</a:t>
            </a:r>
            <a:r>
              <a:rPr lang="nb-NO" sz="2000" dirty="0"/>
              <a:t> order.</a:t>
            </a:r>
          </a:p>
          <a:p>
            <a:pPr marL="0" indent="0">
              <a:buNone/>
            </a:pPr>
            <a:endParaRPr lang="nb-NO" sz="2000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D931B718-9FFF-23F2-56DE-7D98C9A2B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477" y="3198091"/>
            <a:ext cx="2254417" cy="2316773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C6E5506C-003F-AA53-C5C4-1063E7DA9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989" y="2336801"/>
            <a:ext cx="6243284" cy="436182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150190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92CA-53E4-B139-4A49-069FA85A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0B86AF7A-D8FC-DC57-48FC-43E19F6FD4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nb-NO" sz="5400" noProof="1">
                <a:solidFill>
                  <a:schemeClr val="tx2"/>
                </a:solidFill>
                <a:ea typeface="+mn-ea"/>
              </a:rPr>
              <a:t>Assignment 1</a:t>
            </a:r>
            <a:endParaRPr kumimoji="0" lang="nb-NO" sz="5400" b="1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9455EB2F-341A-0846-BC3D-F91C1D7086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314223" cy="4915587"/>
          </a:xfrm>
        </p:spPr>
        <p:txBody>
          <a:bodyPr/>
          <a:lstStyle/>
          <a:p>
            <a:r>
              <a:rPr lang="nb-NO" sz="2400" noProof="1"/>
              <a:t>Task: We want to impress a boy/girl/something by playing through the Phobos Anomaly level in the video game Doom (1993) as fast as possible.</a:t>
            </a:r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5188873D-BE09-B3FB-2C0C-460F5C8EA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218" y="348672"/>
            <a:ext cx="3087459" cy="6160656"/>
          </a:xfrm>
          <a:prstGeom prst="rect">
            <a:avLst/>
          </a:prstGeom>
        </p:spPr>
      </p:pic>
      <p:pic>
        <p:nvPicPr>
          <p:cNvPr id="10" name="Media på Internett 9" title="Doom level E1M8, Phobos Anomaly: Official Secrets and Items">
            <a:hlinkClick r:id="" action="ppaction://media"/>
            <a:extLst>
              <a:ext uri="{FF2B5EF4-FFF2-40B4-BE49-F238E27FC236}">
                <a16:creationId xmlns:a16="http://schemas.microsoft.com/office/drawing/2014/main" id="{5E748B93-8C0D-1632-2130-253CA67C3AB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285713" y="3429000"/>
            <a:ext cx="5042786" cy="284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838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5DDB-63D9-19E8-4396-6749A405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23C990DA-F309-7604-C356-D368C52BC1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nb-NO" sz="5400" noProof="1">
                <a:solidFill>
                  <a:schemeClr val="tx2"/>
                </a:solidFill>
                <a:ea typeface="+mn-ea"/>
              </a:rPr>
              <a:t>Assignment 1</a:t>
            </a:r>
            <a:endParaRPr kumimoji="0" lang="nb-NO" sz="5400" b="1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7E22A31-64FD-DD23-995D-9F240C152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314223" cy="4915587"/>
          </a:xfrm>
        </p:spPr>
        <p:txBody>
          <a:bodyPr/>
          <a:lstStyle/>
          <a:p>
            <a:r>
              <a:rPr lang="nb-NO" sz="2400" noProof="1"/>
              <a:t>Task: We want to impress a boy/girl/something by playing through the Phobos Anomaly level in the video game Doom (1993) as fast as possible.</a:t>
            </a:r>
          </a:p>
          <a:p>
            <a:r>
              <a:rPr lang="nb-NO" sz="2400" noProof="1"/>
              <a:t>A is start. F is the goal. The numbers in the gray circles is the heuristic value.</a:t>
            </a:r>
          </a:p>
          <a:p>
            <a:r>
              <a:rPr lang="nb-NO" sz="2400" noProof="1"/>
              <a:t>Crossing any line costs 1. Stairs cost extra 1. Lift costs extra 2.</a:t>
            </a:r>
          </a:p>
          <a:p>
            <a:r>
              <a:rPr lang="nb-NO" sz="2400" noProof="1"/>
              <a:t>Going from A to G costs 1+1+2=4.</a:t>
            </a:r>
          </a:p>
          <a:p>
            <a:r>
              <a:rPr lang="nb-NO" sz="2400" noProof="1"/>
              <a:t>First task is just to write the cost of all possible paths so that we have them handy. (A, G) = 4, etc.</a:t>
            </a:r>
          </a:p>
          <a:p>
            <a:endParaRPr lang="nb-NO" sz="2400" noProof="1"/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513ED9E7-6A1A-29A8-6084-0C34DD88A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218" y="348672"/>
            <a:ext cx="3087459" cy="616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3757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BFE7-A2BA-14C2-E9D4-3D464CBE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2C4EFACC-24DC-3ADE-4B89-D4BD025A73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nb-NO" sz="5400" noProof="1">
                <a:solidFill>
                  <a:schemeClr val="tx2"/>
                </a:solidFill>
                <a:ea typeface="+mn-ea"/>
              </a:rPr>
              <a:t>Assignment 1</a:t>
            </a:r>
            <a:endParaRPr kumimoji="0" lang="nb-NO" sz="5400" b="1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99F43A6A-20D4-4825-30B2-444546ADCE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314223" cy="4915587"/>
          </a:xfrm>
        </p:spPr>
        <p:txBody>
          <a:bodyPr/>
          <a:lstStyle/>
          <a:p>
            <a:r>
              <a:rPr lang="nb-NO" sz="2400" noProof="1"/>
              <a:t>The next part is to solve this manually with the following algorithms:</a:t>
            </a:r>
          </a:p>
          <a:p>
            <a:pPr lvl="1"/>
            <a:r>
              <a:rPr lang="nb-NO" sz="2000" noProof="1"/>
              <a:t>Breadth-first search (BFS)</a:t>
            </a:r>
          </a:p>
          <a:p>
            <a:pPr lvl="1"/>
            <a:r>
              <a:rPr lang="nb-NO" sz="2000" noProof="1"/>
              <a:t>Depth-first search (DFS)</a:t>
            </a:r>
          </a:p>
          <a:p>
            <a:pPr lvl="1"/>
            <a:r>
              <a:rPr lang="nb-NO" sz="2000" noProof="1"/>
              <a:t>Uniform-cost search/Dijkstra (UCS)</a:t>
            </a:r>
          </a:p>
          <a:p>
            <a:pPr lvl="1"/>
            <a:r>
              <a:rPr lang="nb-NO" sz="2000" noProof="1"/>
              <a:t>Greedy best-first search (GBFS)</a:t>
            </a:r>
          </a:p>
          <a:p>
            <a:pPr lvl="1"/>
            <a:r>
              <a:rPr lang="nb-NO" sz="2000" noProof="1"/>
              <a:t>A* search</a:t>
            </a:r>
          </a:p>
          <a:p>
            <a:r>
              <a:rPr lang="nb-NO" sz="2400" noProof="1"/>
              <a:t>Example of solution:</a:t>
            </a:r>
          </a:p>
          <a:p>
            <a:pPr lvl="1"/>
            <a:r>
              <a:rPr lang="nb-NO" sz="2000" noProof="1"/>
              <a:t>Order of expansion: S, A, B, (G)</a:t>
            </a:r>
          </a:p>
          <a:p>
            <a:pPr lvl="1"/>
            <a:r>
              <a:rPr lang="nb-NO" sz="2000" noProof="1"/>
              <a:t>Found path: SBG</a:t>
            </a:r>
          </a:p>
          <a:p>
            <a:pPr lvl="1"/>
            <a:r>
              <a:rPr lang="nb-NO" sz="2000" noProof="1"/>
              <a:t>Path cost: 4</a:t>
            </a:r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72DE3414-F928-1A57-7BCD-81C3716EA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218" y="348672"/>
            <a:ext cx="3087459" cy="616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8749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C170-F6E1-FFD9-B4BF-1E331AE4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61CDCAE-9A7C-8F45-814D-900786BA58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E20A9DC7-35C9-FFCF-FC00-DC84E4EB3D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462005" cy="4915587"/>
          </a:xfrm>
        </p:spPr>
        <p:txBody>
          <a:bodyPr/>
          <a:lstStyle/>
          <a:p>
            <a:r>
              <a:rPr lang="nb-NO" sz="2400" noProof="1"/>
              <a:t>Not going to spoil the Doom graph for you, but let’s see if we agree how this works.</a:t>
            </a:r>
          </a:p>
          <a:p>
            <a:r>
              <a:rPr lang="nb-NO" sz="2400" noProof="1"/>
              <a:t>Breadth-First Search (BFS).</a:t>
            </a:r>
          </a:p>
          <a:p>
            <a:r>
              <a:rPr lang="nb-NO" sz="2400" noProof="1"/>
              <a:t>Solution:</a:t>
            </a:r>
          </a:p>
          <a:p>
            <a:pPr lvl="1"/>
            <a:r>
              <a:rPr lang="nb-NO" sz="2000" noProof="1"/>
              <a:t>Order of expansion: A, B, (E)</a:t>
            </a:r>
          </a:p>
          <a:p>
            <a:pPr lvl="1"/>
            <a:r>
              <a:rPr lang="nb-NO" sz="2000" noProof="1"/>
              <a:t>Found path: A, B, E</a:t>
            </a:r>
          </a:p>
          <a:p>
            <a:pPr lvl="1"/>
            <a:r>
              <a:rPr lang="nb-NO" sz="2000" noProof="1"/>
              <a:t>Path cost: 7</a:t>
            </a:r>
          </a:p>
          <a:p>
            <a:endParaRPr lang="nb-NO" sz="2000" noProof="1"/>
          </a:p>
          <a:p>
            <a:endParaRPr lang="nb-NO" sz="2400" noProof="1"/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ECA60E51-B7DC-C2E2-691B-42611BD1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887" y="1512454"/>
            <a:ext cx="4089986" cy="3651969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84147191-0F78-42B1-BC7A-5C6D7C2C6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78" y="4632451"/>
            <a:ext cx="4199625" cy="2103922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22F7BD58-8541-27F7-76D6-E4D638513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24" y="5333865"/>
            <a:ext cx="3707229" cy="11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168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98FD2-AEB0-2701-074E-AC0C88CF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82C6FA6-7A23-1434-B9CF-D2BC6813EF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63ED1585-417D-4A93-109A-5E4CEDC2ED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683678" cy="4915587"/>
          </a:xfrm>
        </p:spPr>
        <p:txBody>
          <a:bodyPr/>
          <a:lstStyle/>
          <a:p>
            <a:r>
              <a:rPr lang="nb-NO" sz="2400" noProof="1"/>
              <a:t>Not going to spoil the Doom graph for you, but let’s see if we agree how this works.</a:t>
            </a:r>
          </a:p>
          <a:p>
            <a:r>
              <a:rPr lang="nb-NO" sz="2400" noProof="1"/>
              <a:t>Depth-first search (DFS).</a:t>
            </a:r>
          </a:p>
          <a:p>
            <a:r>
              <a:rPr lang="nb-NO" sz="2400" noProof="1"/>
              <a:t>Solution:</a:t>
            </a:r>
          </a:p>
          <a:p>
            <a:pPr lvl="1"/>
            <a:r>
              <a:rPr lang="nb-NO" sz="2000" noProof="1"/>
              <a:t>Order of expansion: A, B, (E)</a:t>
            </a:r>
          </a:p>
          <a:p>
            <a:pPr lvl="1"/>
            <a:r>
              <a:rPr lang="nb-NO" sz="2000" noProof="1"/>
              <a:t>Found path: A, B, E</a:t>
            </a:r>
          </a:p>
          <a:p>
            <a:pPr lvl="1"/>
            <a:r>
              <a:rPr lang="nb-NO" sz="2000" noProof="1"/>
              <a:t>Path cost: 7</a:t>
            </a:r>
          </a:p>
          <a:p>
            <a:endParaRPr lang="nb-NO" sz="2000" noProof="1"/>
          </a:p>
          <a:p>
            <a:endParaRPr lang="nb-NO" sz="2400" noProof="1"/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F6204C6F-689E-3F93-0DF7-534EC544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614" y="1454851"/>
            <a:ext cx="4089986" cy="3651969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5108D068-F9FF-D47C-C58A-E3165CE60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924" y="5333865"/>
            <a:ext cx="3707229" cy="1175463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17FE4740-96EA-9D7A-3969-D008592BD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13" y="4382849"/>
            <a:ext cx="3882678" cy="23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167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4E55-06B2-AFC2-EF30-7A83328C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A9EF2C55-5D79-4DFA-2109-19866CB938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1B86E13-6DAE-800F-16BD-179436446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600550" cy="4915587"/>
          </a:xfrm>
        </p:spPr>
        <p:txBody>
          <a:bodyPr/>
          <a:lstStyle/>
          <a:p>
            <a:r>
              <a:rPr lang="nb-NO" sz="2400" noProof="1"/>
              <a:t>Not going to spoil the Doom graph for you, but let’s see if we agree how this works.</a:t>
            </a:r>
          </a:p>
          <a:p>
            <a:r>
              <a:rPr lang="nb-NO" sz="2400" noProof="1"/>
              <a:t>Uniform-cost search/Dijkstra (UCS).</a:t>
            </a:r>
          </a:p>
          <a:p>
            <a:r>
              <a:rPr lang="nb-NO" sz="2400" noProof="1"/>
              <a:t>Solution:</a:t>
            </a:r>
          </a:p>
          <a:p>
            <a:pPr lvl="1"/>
            <a:r>
              <a:rPr lang="nb-NO" sz="2000" noProof="1"/>
              <a:t>Order of expansion: A, C, B, D, (E)</a:t>
            </a:r>
          </a:p>
          <a:p>
            <a:pPr lvl="1"/>
            <a:r>
              <a:rPr lang="nb-NO" sz="2000" noProof="1"/>
              <a:t>Found path: A, B, E</a:t>
            </a:r>
          </a:p>
          <a:p>
            <a:pPr lvl="1"/>
            <a:r>
              <a:rPr lang="nb-NO" sz="2000" noProof="1"/>
              <a:t>Path cost: 7</a:t>
            </a:r>
          </a:p>
          <a:p>
            <a:endParaRPr lang="nb-NO" sz="2000" noProof="1"/>
          </a:p>
          <a:p>
            <a:endParaRPr lang="nb-NO" sz="2400" noProof="1"/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EC6E029E-42BD-FDB0-7609-04DFA1C5C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42" y="1512455"/>
            <a:ext cx="4089986" cy="3651969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8200CF88-EFBF-50CD-3BF3-844C1E55B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924" y="5333865"/>
            <a:ext cx="3707229" cy="1175463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15EF8636-BD6F-677A-7497-D61F36172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13" y="4382849"/>
            <a:ext cx="3882678" cy="23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883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80A42-8791-60AF-5E08-78785ED9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1DB01F1B-6C49-A9B7-74E6-1AD4EC0962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C0C3DA35-8224-A70C-3FAF-21B635D34C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545132" cy="4915587"/>
          </a:xfrm>
        </p:spPr>
        <p:txBody>
          <a:bodyPr/>
          <a:lstStyle/>
          <a:p>
            <a:r>
              <a:rPr lang="nb-NO" sz="2400" noProof="1"/>
              <a:t>Not going to spoil the Doom graph for you, but let’s see if we agree how this works.</a:t>
            </a:r>
          </a:p>
          <a:p>
            <a:r>
              <a:rPr lang="nb-NO" sz="2400" noProof="1"/>
              <a:t>Greedy best-first search (GBFS).</a:t>
            </a:r>
          </a:p>
          <a:p>
            <a:r>
              <a:rPr lang="nb-NO" sz="2400" noProof="1"/>
              <a:t>Solution:</a:t>
            </a:r>
          </a:p>
          <a:p>
            <a:pPr lvl="1"/>
            <a:r>
              <a:rPr lang="nb-NO" sz="2000" noProof="1"/>
              <a:t>Order of expansion: A, B, (E)</a:t>
            </a:r>
          </a:p>
          <a:p>
            <a:pPr lvl="1"/>
            <a:r>
              <a:rPr lang="nb-NO" sz="2000" noProof="1"/>
              <a:t>Found path: A, B, E</a:t>
            </a:r>
          </a:p>
          <a:p>
            <a:pPr lvl="1"/>
            <a:r>
              <a:rPr lang="nb-NO" sz="2000" noProof="1"/>
              <a:t>Path cost: 7</a:t>
            </a:r>
          </a:p>
          <a:p>
            <a:endParaRPr lang="nb-NO" sz="2000" noProof="1"/>
          </a:p>
          <a:p>
            <a:endParaRPr lang="nb-NO" sz="2400" noProof="1"/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FD89171A-73C8-9AB3-640F-0865FA163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127" y="1366696"/>
            <a:ext cx="4089986" cy="3651969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45597873-AD37-AADB-9EEA-E7F114F01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924" y="5333865"/>
            <a:ext cx="3707229" cy="1175463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B412E5F5-D824-5290-035C-13FEE1C63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13" y="4382849"/>
            <a:ext cx="3882678" cy="23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1184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5095C-53E1-7EE2-FB08-819B082B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56658F12-3FE2-971A-9354-BC77713C1F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D30F788B-8EFE-AADA-511B-D2678057D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563605" cy="4915587"/>
          </a:xfrm>
        </p:spPr>
        <p:txBody>
          <a:bodyPr/>
          <a:lstStyle/>
          <a:p>
            <a:r>
              <a:rPr lang="nb-NO" sz="2400" noProof="1"/>
              <a:t>Not going to spoil the Doom graph for you, but let’s see if we agree how this works.</a:t>
            </a:r>
          </a:p>
          <a:p>
            <a:r>
              <a:rPr lang="nb-NO" sz="2400" noProof="1"/>
              <a:t>A* search.</a:t>
            </a:r>
          </a:p>
          <a:p>
            <a:r>
              <a:rPr lang="nb-NO" sz="2400" noProof="1"/>
              <a:t>Solution:</a:t>
            </a:r>
          </a:p>
          <a:p>
            <a:pPr lvl="1"/>
            <a:r>
              <a:rPr lang="nb-NO" sz="2000" noProof="1"/>
              <a:t>Order of expansion: A, B, C, D, (E)</a:t>
            </a:r>
          </a:p>
          <a:p>
            <a:pPr lvl="1"/>
            <a:r>
              <a:rPr lang="nb-NO" sz="2000" noProof="1"/>
              <a:t>Found path: A, B, E</a:t>
            </a:r>
          </a:p>
          <a:p>
            <a:pPr lvl="1"/>
            <a:r>
              <a:rPr lang="nb-NO" sz="2000" noProof="1"/>
              <a:t>Path cost: 7</a:t>
            </a:r>
          </a:p>
          <a:p>
            <a:endParaRPr lang="nb-NO" sz="2000" noProof="1"/>
          </a:p>
          <a:p>
            <a:endParaRPr lang="nb-NO" sz="2400" noProof="1"/>
          </a:p>
          <a:p>
            <a:pPr marL="0" indent="0">
              <a:buNone/>
            </a:pPr>
            <a:endParaRPr lang="nb-NO" sz="2400" noProof="1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476E1F9C-5725-9396-FBD3-1C7D1E62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1593741"/>
            <a:ext cx="4089986" cy="3651969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2B580E7B-E7E3-F532-7BFE-1EB2E4894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924" y="5333865"/>
            <a:ext cx="3707229" cy="1175463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98434059-BFFF-4026-3CEC-EF618E10D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13" y="4382849"/>
            <a:ext cx="3882678" cy="23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18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7B33-8310-0505-3A08-CFA708D0E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8D7FB50B-1D66-F8A7-C7C2-A5D0FED69C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CC1CDD9-2282-A496-AA9E-6B1B2C37F1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314223" cy="4915587"/>
          </a:xfrm>
        </p:spPr>
        <p:txBody>
          <a:bodyPr/>
          <a:lstStyle/>
          <a:p>
            <a:r>
              <a:rPr lang="nb-NO" sz="1800" noProof="1"/>
              <a:t>The final part of the assignment is about mathematical properties of the heuristic functions which can allow guarantees for the behavior of the algorithms.</a:t>
            </a:r>
          </a:p>
          <a:p>
            <a:r>
              <a:rPr lang="nb-NO" sz="1800" noProof="1"/>
              <a:t>A* search is cost-optimal if arc costs are positive and the heuristic is </a:t>
            </a:r>
            <a:r>
              <a:rPr lang="nb-NO" sz="1800" i="1" noProof="1"/>
              <a:t>admissible</a:t>
            </a:r>
            <a:r>
              <a:rPr lang="nb-NO" sz="1800" noProof="1"/>
              <a:t> and/or </a:t>
            </a:r>
            <a:r>
              <a:rPr lang="nb-NO" sz="1800" i="1" noProof="1"/>
              <a:t>consistent</a:t>
            </a:r>
            <a:r>
              <a:rPr lang="nb-NO" sz="1800" noProof="1"/>
              <a:t>. This will be covered in proper detail in the next week’s lecture.</a:t>
            </a:r>
          </a:p>
          <a:p>
            <a:r>
              <a:rPr lang="nb-NO" sz="1800" noProof="1"/>
              <a:t>Also see Chapter 3 in the Norvig and Russell book.</a:t>
            </a:r>
          </a:p>
          <a:p>
            <a:pPr marL="0" indent="0">
              <a:buNone/>
            </a:pPr>
            <a:endParaRPr lang="nb-NO" sz="1800" noProof="1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E7ECDC52-E819-DD59-7FF5-69526133A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5" y="2408382"/>
            <a:ext cx="4089986" cy="36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2658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FE6A-7DF1-2238-949C-51B64AD2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F7518174-24A9-11D0-1D4A-46112681E3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7F284A23-56BB-B5FB-ABBE-97B1634359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9923" y="1575268"/>
            <a:ext cx="6258804" cy="5047204"/>
          </a:xfrm>
        </p:spPr>
        <p:txBody>
          <a:bodyPr/>
          <a:lstStyle/>
          <a:p>
            <a:r>
              <a:rPr lang="nb-NO" sz="2000" noProof="1"/>
              <a:t>A heuristic is </a:t>
            </a:r>
            <a:r>
              <a:rPr lang="nb-NO" sz="2000" i="1" noProof="1"/>
              <a:t>admissible</a:t>
            </a:r>
            <a:r>
              <a:rPr lang="nb-NO" sz="2000" noProof="1"/>
              <a:t> if it never overestimates the cost from a node to the goal node.</a:t>
            </a:r>
          </a:p>
          <a:p>
            <a:r>
              <a:rPr lang="nb-NO" sz="2000" noProof="1"/>
              <a:t>A heuristic is </a:t>
            </a:r>
            <a:r>
              <a:rPr lang="nb-NO" sz="2000" i="1" noProof="1"/>
              <a:t>consistent</a:t>
            </a:r>
            <a:r>
              <a:rPr lang="nb-NO" sz="2000" noProof="1"/>
              <a:t> if for every node </a:t>
            </a:r>
            <a:r>
              <a:rPr lang="nb-NO" sz="2000" i="1" noProof="1"/>
              <a:t>n</a:t>
            </a:r>
            <a:r>
              <a:rPr lang="nb-NO" sz="2000" noProof="1"/>
              <a:t> and all of its successors </a:t>
            </a:r>
            <a:r>
              <a:rPr lang="nb-NO" sz="2000" i="1" noProof="1"/>
              <a:t>n’</a:t>
            </a:r>
            <a:r>
              <a:rPr lang="nb-NO" sz="2000" noProof="1"/>
              <a:t> generated by an action </a:t>
            </a:r>
            <a:r>
              <a:rPr lang="nb-NO" sz="2000" i="1" noProof="1"/>
              <a:t>a</a:t>
            </a:r>
            <a:r>
              <a:rPr lang="nb-NO" sz="2000" noProof="1"/>
              <a:t>, we have </a:t>
            </a:r>
            <a:r>
              <a:rPr lang="nb-NO" sz="2000" i="1" noProof="1"/>
              <a:t>h(n) ≤ c(n, a, n’) + h(n’)</a:t>
            </a:r>
            <a:r>
              <a:rPr lang="nb-NO" sz="2000" noProof="1"/>
              <a:t>.</a:t>
            </a:r>
          </a:p>
          <a:p>
            <a:pPr lvl="1"/>
            <a:r>
              <a:rPr lang="nb-NO" sz="2000" noProof="1"/>
              <a:t>Informally: The estimate of a node should be less than or equal to the estimate of a successor plus the cost of reaching the successor.</a:t>
            </a:r>
          </a:p>
          <a:p>
            <a:pPr lvl="1"/>
            <a:r>
              <a:rPr lang="nb-NO" sz="2000" noProof="1"/>
              <a:t>Even more informally: The heuristic should not overestimate the cost relative to successive estimates.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44EB6847-375C-A36D-4A3F-0616038D7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019" y="2050058"/>
            <a:ext cx="4089986" cy="36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1933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E3F5-5D13-85DB-974D-1F80D696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AAE6F6C6-BD78-AA91-2837-3F2FAAD5B1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902568C-A038-1DAD-C23F-41E76C3A22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3741"/>
            <a:ext cx="6314223" cy="4915587"/>
          </a:xfrm>
        </p:spPr>
        <p:txBody>
          <a:bodyPr/>
          <a:lstStyle/>
          <a:p>
            <a:r>
              <a:rPr lang="nb-NO" sz="2000" noProof="1"/>
              <a:t>Is our simple graph admissible?</a:t>
            </a:r>
          </a:p>
          <a:p>
            <a:pPr lvl="1"/>
            <a:r>
              <a:rPr lang="nb-NO" sz="1600" noProof="1"/>
              <a:t>No, because (D, E) = 3 while h(e)=5.</a:t>
            </a:r>
          </a:p>
          <a:p>
            <a:r>
              <a:rPr lang="nb-NO" sz="2000" noProof="1"/>
              <a:t>Is our simple graph consistent?</a:t>
            </a:r>
          </a:p>
          <a:p>
            <a:pPr lvl="1"/>
            <a:r>
              <a:rPr lang="nb-NO" sz="1600" noProof="1"/>
              <a:t>No, because all consistent graphs are admissible.</a:t>
            </a:r>
          </a:p>
          <a:p>
            <a:pPr lvl="1"/>
            <a:r>
              <a:rPr lang="nb-NO" sz="1600" noProof="1"/>
              <a:t>Or h(d) ≤ c(d, a, e) + h(e) which gives us 2 ≤ 3 + 5 and this is a contradiction. The graph is not consistent.</a:t>
            </a:r>
          </a:p>
          <a:p>
            <a:pPr marL="0" indent="0">
              <a:buNone/>
            </a:pPr>
            <a:endParaRPr lang="nb-NO" sz="2000" noProof="1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E1157A03-1276-73C7-3B3D-18BC5656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218" y="2066636"/>
            <a:ext cx="4089986" cy="36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147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5EFE-C643-1421-3D4F-DF92550D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27441362-E8E8-CA9D-B8E6-0F02A4C42B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Assignment 1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0511BD9-009A-4226-90C8-4CF4F80A1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995" y="1598002"/>
            <a:ext cx="7136260" cy="2216616"/>
          </a:xfrm>
        </p:spPr>
        <p:txBody>
          <a:bodyPr/>
          <a:lstStyle/>
          <a:p>
            <a:r>
              <a:rPr lang="nb-NO" sz="1600" noProof="1"/>
              <a:t>The bonus task is a bit hard and not something you have to do. </a:t>
            </a:r>
          </a:p>
          <a:p>
            <a:r>
              <a:rPr lang="nb-NO" sz="1600" noProof="1"/>
              <a:t>This goes a bit into why there are so many variants of the algorithms and what can be lost and gained with small changes.</a:t>
            </a:r>
          </a:p>
          <a:p>
            <a:r>
              <a:rPr lang="nb-NO" sz="1600" noProof="1"/>
              <a:t>Tip: If you read the book closely, the answers should be apparent.</a:t>
            </a:r>
            <a:endParaRPr lang="nb-NO" sz="1200" noProof="1"/>
          </a:p>
          <a:p>
            <a:endParaRPr lang="nb-NO" sz="1600" noProof="1"/>
          </a:p>
          <a:p>
            <a:pPr marL="0" indent="0">
              <a:buNone/>
            </a:pPr>
            <a:endParaRPr lang="nb-NO" sz="2000" noProof="1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9C751D31-7E7F-79DF-BAC3-10069B9B0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5" y="3094182"/>
            <a:ext cx="7725853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35999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5FCF3-ABD6-0398-579E-E9ADE43B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EF8B2F51-7799-BBA3-E6AA-37FC7ABA48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9995" y="490318"/>
            <a:ext cx="11016867" cy="8763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kumimoji="0" lang="nb-NO" sz="5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Practical reminders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C9230520-1314-428C-96DA-9D34046D6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40" y="1533260"/>
            <a:ext cx="6717833" cy="163629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94FF0AE3-9A37-4026-F246-BDDEBAA81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91" y="2877848"/>
            <a:ext cx="6125729" cy="583403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0F5A2D0A-B2C1-43F7-B937-F5A5E8AEB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839" y="3596069"/>
            <a:ext cx="3762900" cy="1924319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7A66EE51-4237-E44E-9E42-9D3522B679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263" y="1895552"/>
            <a:ext cx="4503590" cy="3913600"/>
          </a:xfrm>
          <a:prstGeom prst="rect">
            <a:avLst/>
          </a:prstGeom>
        </p:spPr>
      </p:pic>
      <p:sp>
        <p:nvSpPr>
          <p:cNvPr id="15" name="Plassholder for tekst 4">
            <a:extLst>
              <a:ext uri="{FF2B5EF4-FFF2-40B4-BE49-F238E27FC236}">
                <a16:creationId xmlns:a16="http://schemas.microsoft.com/office/drawing/2014/main" id="{1AC5D4CE-D833-B5A5-3AC4-C7F19014AAAC}"/>
              </a:ext>
            </a:extLst>
          </p:cNvPr>
          <p:cNvSpPr txBox="1">
            <a:spLocks/>
          </p:cNvSpPr>
          <p:nvPr/>
        </p:nvSpPr>
        <p:spPr>
          <a:xfrm>
            <a:off x="1138839" y="5655206"/>
            <a:ext cx="6591314" cy="2216616"/>
          </a:xfrm>
          <a:prstGeom prst="rect">
            <a:avLst/>
          </a:prstGeom>
        </p:spPr>
        <p:txBody>
          <a:bodyPr/>
          <a:lstStyle>
            <a:lvl1pPr marL="457189" indent="-457189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bg1">
                    <a:lumMod val="10000"/>
                  </a:schemeClr>
                </a:solidFill>
                <a:latin typeface="Arial"/>
                <a:ea typeface="+mn-ea"/>
                <a:cs typeface="Arial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bg1">
                    <a:lumMod val="10000"/>
                  </a:schemeClr>
                </a:solidFill>
                <a:latin typeface="Arial"/>
                <a:ea typeface="+mn-ea"/>
                <a:cs typeface="Arial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100" kern="1200">
                <a:solidFill>
                  <a:schemeClr val="bg1">
                    <a:lumMod val="10000"/>
                  </a:schemeClr>
                </a:solidFill>
                <a:latin typeface="Arial"/>
                <a:ea typeface="+mn-ea"/>
                <a:cs typeface="Arial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900" kern="1200">
                <a:solidFill>
                  <a:schemeClr val="bg1">
                    <a:lumMod val="10000"/>
                  </a:schemeClr>
                </a:solidFill>
                <a:latin typeface="Arial"/>
                <a:ea typeface="+mn-ea"/>
                <a:cs typeface="Arial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700" kern="1200">
                <a:solidFill>
                  <a:schemeClr val="bg1">
                    <a:lumMod val="10000"/>
                  </a:schemeClr>
                </a:solidFill>
                <a:latin typeface="Arial"/>
                <a:ea typeface="+mn-ea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b-NO" b="1" noProof="1"/>
              <a:t>Any questions or comments?</a:t>
            </a:r>
          </a:p>
        </p:txBody>
      </p:sp>
    </p:spTree>
    <p:extLst>
      <p:ext uri="{BB962C8B-B14F-4D97-AF65-F5344CB8AC3E}">
        <p14:creationId xmlns:p14="http://schemas.microsoft.com/office/powerpoint/2010/main" val="321961868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01A06481-62A6-6265-D69A-E742DD1CD7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nb-NO" dirty="0" err="1"/>
              <a:t>Closing</a:t>
            </a:r>
            <a:r>
              <a:rPr lang="nb-NO" dirty="0"/>
              <a:t> slide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A5CC25A2-216C-AB3C-94D4-3EE64DA52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47" y="3888654"/>
            <a:ext cx="2990562" cy="220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18926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1_NTNU Mal - 2025">
  <a:themeElements>
    <a:clrScheme name="Custom 3">
      <a:dk1>
        <a:srgbClr val="575757"/>
      </a:dk1>
      <a:lt1>
        <a:srgbClr val="F2F2F2"/>
      </a:lt1>
      <a:dk2>
        <a:srgbClr val="00509E"/>
      </a:dk2>
      <a:lt2>
        <a:srgbClr val="D6D7D6"/>
      </a:lt2>
      <a:accent1>
        <a:srgbClr val="00509E"/>
      </a:accent1>
      <a:accent2>
        <a:srgbClr val="BCD025"/>
      </a:accent2>
      <a:accent3>
        <a:srgbClr val="B01B81"/>
      </a:accent3>
      <a:accent4>
        <a:srgbClr val="F7D019"/>
      </a:accent4>
      <a:accent5>
        <a:srgbClr val="EF8114"/>
      </a:accent5>
      <a:accent6>
        <a:srgbClr val="3CBFBE"/>
      </a:accent6>
      <a:hlink>
        <a:srgbClr val="482776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3B7B0"/>
        </a:solidFill>
        <a:ln>
          <a:noFill/>
        </a:ln>
        <a:effectLst>
          <a:outerShdw blurRad="114300" dist="127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tnu_mal_16_9_utvidet_eng.pptx" id="{09394D38-CE92-493A-9A16-008E01E82E07}" vid="{6E8F2358-CFAE-48A9-9C4B-DC0D41CDB21D}"/>
    </a:ext>
  </a:extLst>
</a:theme>
</file>

<file path=ppt/theme/theme2.xml><?xml version="1.0" encoding="utf-8"?>
<a:theme xmlns:a="http://schemas.openxmlformats.org/drawingml/2006/main" name="2_NTNU Mal - 2025">
  <a:themeElements>
    <a:clrScheme name="NTNU uu">
      <a:dk1>
        <a:srgbClr val="575757"/>
      </a:dk1>
      <a:lt1>
        <a:srgbClr val="F2F2F2"/>
      </a:lt1>
      <a:dk2>
        <a:srgbClr val="014693"/>
      </a:dk2>
      <a:lt2>
        <a:srgbClr val="D6D7D6"/>
      </a:lt2>
      <a:accent1>
        <a:srgbClr val="014693"/>
      </a:accent1>
      <a:accent2>
        <a:srgbClr val="BCD024"/>
      </a:accent2>
      <a:accent3>
        <a:srgbClr val="B01B81"/>
      </a:accent3>
      <a:accent4>
        <a:srgbClr val="F7D019"/>
      </a:accent4>
      <a:accent5>
        <a:srgbClr val="ED8013"/>
      </a:accent5>
      <a:accent6>
        <a:srgbClr val="3CBFBE"/>
      </a:accent6>
      <a:hlink>
        <a:srgbClr val="3D2A68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3B7B0"/>
        </a:solidFill>
        <a:ln>
          <a:noFill/>
        </a:ln>
        <a:effectLst>
          <a:outerShdw blurRad="114300" dist="127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tnu_mal_16_9_utvidet_eng.pptx" id="{09394D38-CE92-493A-9A16-008E01E82E07}" vid="{A1374EFE-8BB4-4851-9C56-737161560111}"/>
    </a:ext>
  </a:extLst>
</a:theme>
</file>

<file path=ppt/theme/theme3.xml><?xml version="1.0" encoding="utf-8"?>
<a:theme xmlns:a="http://schemas.openxmlformats.org/drawingml/2006/main" name="3_NTNU Mal - 2025">
  <a:themeElements>
    <a:clrScheme name="NTNU uu">
      <a:dk1>
        <a:srgbClr val="1F1F1F"/>
      </a:dk1>
      <a:lt1>
        <a:srgbClr val="F2F2F2"/>
      </a:lt1>
      <a:dk2>
        <a:srgbClr val="014693"/>
      </a:dk2>
      <a:lt2>
        <a:srgbClr val="D6D7D6"/>
      </a:lt2>
      <a:accent1>
        <a:srgbClr val="4D4D4D"/>
      </a:accent1>
      <a:accent2>
        <a:srgbClr val="014693"/>
      </a:accent2>
      <a:accent3>
        <a:srgbClr val="BCD024"/>
      </a:accent3>
      <a:accent4>
        <a:srgbClr val="B01B81"/>
      </a:accent4>
      <a:accent5>
        <a:srgbClr val="F7D019"/>
      </a:accent5>
      <a:accent6>
        <a:srgbClr val="ED8013"/>
      </a:accent6>
      <a:hlink>
        <a:srgbClr val="3D2A68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3B7B0"/>
        </a:solidFill>
        <a:ln>
          <a:noFill/>
        </a:ln>
        <a:effectLst>
          <a:outerShdw blurRad="114300" dist="127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tnu_mal_16_9_utvidet_eng.pptx" id="{09394D38-CE92-493A-9A16-008E01E82E07}" vid="{46E28BD2-29E8-4E35-8CCD-5F7B55C38ECA}"/>
    </a:ext>
  </a:extLst>
</a:theme>
</file>

<file path=ppt/theme/theme4.xml><?xml version="1.0" encoding="utf-8"?>
<a:theme xmlns:a="http://schemas.openxmlformats.org/drawingml/2006/main" name="4_NTNU Mal - 2025">
  <a:themeElements>
    <a:clrScheme name="NTNU uu">
      <a:dk1>
        <a:srgbClr val="575757"/>
      </a:dk1>
      <a:lt1>
        <a:srgbClr val="F2F2F2"/>
      </a:lt1>
      <a:dk2>
        <a:srgbClr val="014693"/>
      </a:dk2>
      <a:lt2>
        <a:srgbClr val="D6D7D6"/>
      </a:lt2>
      <a:accent1>
        <a:srgbClr val="014693"/>
      </a:accent1>
      <a:accent2>
        <a:srgbClr val="BCD024"/>
      </a:accent2>
      <a:accent3>
        <a:srgbClr val="B01B81"/>
      </a:accent3>
      <a:accent4>
        <a:srgbClr val="F7D019"/>
      </a:accent4>
      <a:accent5>
        <a:srgbClr val="ED8013"/>
      </a:accent5>
      <a:accent6>
        <a:srgbClr val="3CBFBE"/>
      </a:accent6>
      <a:hlink>
        <a:srgbClr val="3D2A68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3B7B0"/>
        </a:solidFill>
        <a:ln>
          <a:noFill/>
        </a:ln>
        <a:effectLst>
          <a:outerShdw blurRad="114300" dist="127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tnu_mal_16_9_utvidet_eng.pptx" id="{09394D38-CE92-493A-9A16-008E01E82E07}" vid="{F110799B-1A5C-4117-8491-30AE13678FF6}"/>
    </a:ext>
  </a:extLst>
</a:theme>
</file>

<file path=ppt/theme/theme5.xml><?xml version="1.0" encoding="utf-8"?>
<a:theme xmlns:a="http://schemas.openxmlformats.org/drawingml/2006/main" name="5_NTNU Mal - 2025">
  <a:themeElements>
    <a:clrScheme name="NTNU uu">
      <a:dk1>
        <a:srgbClr val="575757"/>
      </a:dk1>
      <a:lt1>
        <a:srgbClr val="F2F2F2"/>
      </a:lt1>
      <a:dk2>
        <a:srgbClr val="014693"/>
      </a:dk2>
      <a:lt2>
        <a:srgbClr val="D6D7D6"/>
      </a:lt2>
      <a:accent1>
        <a:srgbClr val="014693"/>
      </a:accent1>
      <a:accent2>
        <a:srgbClr val="BCD024"/>
      </a:accent2>
      <a:accent3>
        <a:srgbClr val="B01B81"/>
      </a:accent3>
      <a:accent4>
        <a:srgbClr val="F7D019"/>
      </a:accent4>
      <a:accent5>
        <a:srgbClr val="ED8013"/>
      </a:accent5>
      <a:accent6>
        <a:srgbClr val="3CBFBE"/>
      </a:accent6>
      <a:hlink>
        <a:srgbClr val="3D2A68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3B7B0"/>
        </a:solidFill>
        <a:ln>
          <a:noFill/>
        </a:ln>
        <a:effectLst>
          <a:outerShdw blurRad="114300" dist="127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tnu_mal_16_9_utvidet_eng.pptx" id="{09394D38-CE92-493A-9A16-008E01E82E07}" vid="{CF047687-C67D-4131-9C76-D5F1C650242F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12C5B88756E46A2C6D7FB14C7DBEC" ma:contentTypeVersion="10" ma:contentTypeDescription="Opprett et nytt dokument." ma:contentTypeScope="" ma:versionID="21cba8f7acacf8f1ca215bc23f651f40">
  <xsd:schema xmlns:xsd="http://www.w3.org/2001/XMLSchema" xmlns:xs="http://www.w3.org/2001/XMLSchema" xmlns:p="http://schemas.microsoft.com/office/2006/metadata/properties" xmlns:ns2="be3186c0-4d56-4345-a058-416738d592d7" xmlns:ns3="63fd0141-d080-4869-b7f4-a0a32bd93ae9" targetNamespace="http://schemas.microsoft.com/office/2006/metadata/properties" ma:root="true" ma:fieldsID="3a42463e4cefc716dab9ccdd85b7b5f0" ns2:_="" ns3:_="">
    <xsd:import namespace="be3186c0-4d56-4345-a058-416738d592d7"/>
    <xsd:import namespace="63fd0141-d080-4869-b7f4-a0a32bd93a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186c0-4d56-4345-a058-416738d59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d0141-d080-4869-b7f4-a0a32bd93ae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7503CC-2559-453E-879C-299C7EB46E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3186c0-4d56-4345-a058-416738d592d7"/>
    <ds:schemaRef ds:uri="63fd0141-d080-4869-b7f4-a0a32bd93a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969B56-9208-48E2-BAB9-367A2E0B8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730278-8214-41FD-8701-84B09B6881A4}">
  <ds:schemaRefs>
    <ds:schemaRef ds:uri="70404a6c-3db2-4fe3-97dd-ea7ac57d8e39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a610463c-cf77-4be4-9cab-a37d6e5b2b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Standard (English)</Template>
  <TotalTime>613</TotalTime>
  <Words>1261</Words>
  <Application>Microsoft Office PowerPoint</Application>
  <PresentationFormat>Widescreen</PresentationFormat>
  <Paragraphs>130</Paragraphs>
  <Slides>21</Slides>
  <Notes>20</Notes>
  <HiddenSlides>0</HiddenSlides>
  <MMClips>1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5</vt:i4>
      </vt:variant>
      <vt:variant>
        <vt:lpstr>Lysbildetitler</vt:lpstr>
      </vt:variant>
      <vt:variant>
        <vt:i4>21</vt:i4>
      </vt:variant>
    </vt:vector>
  </HeadingPairs>
  <TitlesOfParts>
    <vt:vector size="29" baseType="lpstr">
      <vt:lpstr>Arial</vt:lpstr>
      <vt:lpstr>Calibri</vt:lpstr>
      <vt:lpstr>Open Sans</vt:lpstr>
      <vt:lpstr>1_NTNU Mal - 2025</vt:lpstr>
      <vt:lpstr>2_NTNU Mal - 2025</vt:lpstr>
      <vt:lpstr>3_NTNU Mal - 2025</vt:lpstr>
      <vt:lpstr>4_NTNU Mal - 2025</vt:lpstr>
      <vt:lpstr>5_NTNU Mal - 2025</vt:lpstr>
      <vt:lpstr>Assignment Lecture 1 Search Algorithms  TDT4137 – Introduction to Artificial Intelligence, 2026 Aleksandra Jekic, Department of Computer Science</vt:lpstr>
      <vt:lpstr>Relevant for this assignment</vt:lpstr>
      <vt:lpstr>How important is this?</vt:lpstr>
      <vt:lpstr>What version to use?</vt:lpstr>
      <vt:lpstr>What version to use?</vt:lpstr>
      <vt:lpstr>What version to use?</vt:lpstr>
      <vt:lpstr>What version to use?</vt:lpstr>
      <vt:lpstr>Assignment 1</vt:lpstr>
      <vt:lpstr>Assignment 1</vt:lpstr>
      <vt:lpstr>Assignment 1</vt:lpstr>
      <vt:lpstr>Assignment 1</vt:lpstr>
      <vt:lpstr>Assignment 1</vt:lpstr>
      <vt:lpstr>Assignment 1</vt:lpstr>
      <vt:lpstr>Assignment 1</vt:lpstr>
      <vt:lpstr>Assignment 1</vt:lpstr>
      <vt:lpstr>Assignment 1</vt:lpstr>
      <vt:lpstr>Assignment 1</vt:lpstr>
      <vt:lpstr>Assignment 1</vt:lpstr>
      <vt:lpstr>Assignment 1</vt:lpstr>
      <vt:lpstr>Practical reminders</vt:lpstr>
      <vt:lpstr>Closing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Aleksandra Jekic</dc:creator>
  <cp:lastModifiedBy>Aleksandra Jekic</cp:lastModifiedBy>
  <cp:revision>28</cp:revision>
  <cp:lastPrinted>2024-11-18T13:45:47Z</cp:lastPrinted>
  <dcterms:created xsi:type="dcterms:W3CDTF">2026-08-27T12:28:47Z</dcterms:created>
  <dcterms:modified xsi:type="dcterms:W3CDTF">2026-08-27T22:41:51Z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0x010100ECE12C5B88756E46A2C6D7FB14C7DBEC</vt:lpwstr>
  </property>
</Properties>
</file>